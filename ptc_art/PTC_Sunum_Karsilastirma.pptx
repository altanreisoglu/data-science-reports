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965960"/>
            <a:ext cx="101800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spc="-6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Artifact Persistence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05840" y="27889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Karşılaştırmalı sunum — her sayfa bir özellik, her sayfada bir tablo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24128" y="3429000"/>
            <a:ext cx="2011680" cy="27432"/>
          </a:xfrm>
          <a:prstGeom prst="rect">
            <a:avLst/>
          </a:prstGeom>
          <a:solidFill>
            <a:srgbClr val="D8D8D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6576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ölmesi güvenlik için gerekli.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Ürettiğinin kalması iş için gerekli.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2026-09-07  ·  12 sayfa  ·  bütün ölçümler canlı cluster'dan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4114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25296"/>
            <a:ext cx="107835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Sandbox'ın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ölmesi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güvenlik için gerekli. Ürettiğinin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kalması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iş için gerekli.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olur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Sonuç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yaşarsa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Bir çalıştırma diğerine bulaşır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Artifact ölürse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40 sn'lik iş her turda tekrarlanır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Kullanılamaz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072384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127248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Kural: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Sandbox'ın yaşam süresi, ürettiğinin yaşam süresini belirlememeli.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68503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73989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Karıştırılmaması gereken üçlü: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geçici dosya (ölmesi *istenir*) · artifact (kalıcı depo) · state (ayrı, o da kalıcı).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adım nasıl çalışıyor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pic>
        <p:nvPicPr>
          <p:cNvPr id="5" name="Image 0" descr="/home/altan/Desktop/Data-Science-Reports/ptc_art/docs/diyagram/d1-yasam-dongus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987" y="1225296"/>
            <a:ext cx="8399721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114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1663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Kodun gördüğü tek şey bir dosya yolu.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Artifact API'si yok, depo adresi yok, anahtar yok. </a:t>
            </a:r>
            <a:pPr indent="0" marL="0">
              <a:buNone/>
            </a:pPr>
            <a:r>
              <a:rPr lang="en-US" sz="1300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/output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'a yazmak yeterli.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3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Baytı kim taşıyor: üç yerleşim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pic>
        <p:nvPicPr>
          <p:cNvPr id="5" name="Image 0" descr="/home/altan/Desktop/Data-Science-Reports/ptc_art/docs/diyagram/d2-aracinin-ye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3422" y="1225296"/>
            <a:ext cx="7684851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114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1663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Seçimi zorlayan tek şey: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kodu LLM yazıyor. KFP'nin launcher'ı kullanıcı container'ının içinde — anahtar orada dururdu. Argo'nun yerleşimi doğru ama kayıt defteri yok. Biz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yerleşimi Argo'dan, kanalı MLflow'dan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aldık.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4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 vekili: kimin varsayılanı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585323"/>
                <a:gridCol w="2824172"/>
                <a:gridCol w="2824172"/>
                <a:gridCol w="28241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Baytlar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S3 anahtarı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/ OpenShift AI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launcher → S3 doğrudan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kullanıcı container'ında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Workflows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wait sidecar → S3 doğrudan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ayrı container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(proxied)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client →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server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server'da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tracking DB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sidecar →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→ servis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serviste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035808"/>
            <a:ext cx="41148" cy="69494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3035808"/>
            <a:ext cx="10783519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*"The tracking server works as a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proxy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accessing remote artifacts. The MLflow clients make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 request to the server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fetching artifacts."* — MLflow </a:t>
            </a:r>
            <a:pPr indent="0" marL="0">
              <a:buNone/>
            </a:pPr>
            <a:r>
              <a:rPr lang="en-US" sz="1300" i="1" dirty="0">
                <a:solidFill>
                  <a:srgbClr val="0071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--serve-artifacts</a:t>
            </a:r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orada </a:t>
            </a:r>
            <a:pPr indent="0" marL="0">
              <a:buNone/>
            </a:pPr>
            <a:r>
              <a:rPr lang="en-US" sz="1300" b="1" i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varsayılan açık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3931920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986784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Yani bizim satır MLflow'un satırı.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OpenShift'in varsayılanı değil, ama uydurma da değil.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5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Çapraz workflow: vakanın kendisi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pic>
        <p:nvPicPr>
          <p:cNvPr id="5" name="Image 0" descr="/home/altan/Desktop/Data-Science-Reports/ptc_art/docs/diyagram/d3-capraz-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3422" y="1225296"/>
            <a:ext cx="7684851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11496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5166360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B, A'nın çalıştırma kimliğini kayıt defterinden öğreniyor.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Aralarında doğrudan bağ yok; A çoktan bitmiş, pod'u silinmiş olabilir.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6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yazılı, ne çalışma anında bulunuyor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Nereden geliyor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aranacak (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processed-result.json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yazılı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hat tanımında, Argo/KFP gibi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çalıştırma üretmiş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anında, kayıt defteri sorgusundan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sürüm (8 aday arasından)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çalışma anında, alias/en-yeni kuralıyla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724912"/>
            <a:ext cx="11057839" cy="827532"/>
          </a:xfrm>
          <a:prstGeom prst="rect">
            <a:avLst/>
          </a:prstGeom>
          <a:solidFill>
            <a:srgbClr val="F5F5F7"/>
          </a:solidFill>
          <a:ln w="6350">
            <a:solidFill>
              <a:srgbClr val="D8D8D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94944" y="2816352"/>
            <a:ext cx="10801807" cy="644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load_artifact("{kaynak_wf}", "processed-result.json")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   ^^^^^^^^^^^   ^^^^^^^^^^^^^^^^^^^^^^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     bulunuyor      yazılı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3753612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3808476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Adı da modelin seçtiği yol var: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Sohbet sekmesi. Orada hiçbir şey yazılı değil — manifest isimleri veriyor, neyi okuyacağına model karar veriyor.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7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Keşif: ajan çekeceğini nasıl anlıyor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Nasıl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Sadece tool tarifi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çağırmayı *seçmek* zorunda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*(eskiden biz)*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Dosya sistemi +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ls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 yaşıyorsa model bakar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Anthropic, Google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prompt'a enjekte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İsimler talimatlarda, içerik talep üzerine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Kayıt defterine sorgu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filter_query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ile süzülmüş liste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1E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BİZ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Keşif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DAG statik, girdi bağlanmış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KFP, Argo, Airflow, Tekton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346704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401568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Klasik pipeline'da 5. adım bir şey anlamaz — kendisine söylenir. Ajan dünyasında sormak zorundadır, çünkü kendisi de o an icat edilmiştir.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8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Beyan · Süzgeç · Alias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Kaynak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Bizdeki hâli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Hangi girdi okundu (soy şişiyordu)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DECLARED_INPUT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run_ptc_code(kod, inputs=[…])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62 addan 39'u görünüyor, arama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filter_query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?name= ?type= ?q=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Aynı ad 17 kez, hep en yeni geliyor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models:/&lt;ad&gt;@&lt;alias&gt;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by-name/rapor.pdf@onaylanmis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72491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77977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Sürüm seçimi canlı doğrulandı:</a:t>
            </a:r>
            <a:endParaRPr lang="en-US" sz="13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337560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Seçilen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Üreten çalıştırma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alias yokken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art_dd422fd3e66b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yeni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119d1f91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@onaylanmis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sabitliyken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art_cfa44f0298f5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eski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bfc62bbe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0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9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Üç icat ettik, üçünü de attık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İcat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 oldu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Yerine geçen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LLM'e artifact API'si (5 fonksiyon)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sessiz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None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'lar, anlaşılmaz hatalar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düz Python +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Şeffaf tembel okuma (~120 satır yama)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/output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yalan söylüyordu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kod başlamadan yerleştir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Argo/KFP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atime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ile soy ölçümü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çalışıyordu, ama emsali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beyan —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272491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277977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Hataların hepsi bizim icat ettiğimiz yerlerde çıktı; kopyaladığımız hiçbir parçadan çıkmadı.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337560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Öncesi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Sonrası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entrypoint.py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651 satır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357 satır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Yama satırı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~120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Okuyan çalıştırma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4,11 sn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3,13 sn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0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10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Biz neredeyiz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Parça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Kimden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init + wait sidecar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Workflows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girdiyi kod başlamadan yerleştir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`init` / KFP `driver`+`launcher`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girdi beyanı · beyandan soy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Argo `inputs.artifacts` · MLMD `DECLARED_INPUT`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run-scoped anahtar yolu · kayıt defteri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KFP `pipeline_root` · MLMD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künye süzgeci · sürüm alias'ı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MLMD `filter_query` · MLflow Model Registry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isimler prompt'ta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Google ADK `LoadArtifactsTool`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HTTP vekili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MLflow proxied artifact access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Kimse — bizimki daha zayıf (düz container)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4334256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Emsalsiz desen kalmadı.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11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Canlı konsol + açıklar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25296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0160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`/konsol` — dört sekme, sahte veri yok: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Sohbet · Hatlar · Çalıştırma (gerçek Kubernetes Job'ları) · Depo · Soy ağacı.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37944"/>
          <a:ext cx="11057839" cy="914400"/>
        </p:xfrm>
        <a:graphic>
          <a:graphicData uri="http://schemas.openxmlformats.org/drawingml/2006/table">
            <a:tbl>
              <a:tblPr/>
              <a:tblGrid>
                <a:gridCol w="4179863"/>
                <a:gridCol w="68779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Açık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Durum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İzolasyon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Düz container, Kata yok — Red Hat'in önerisine uymuyoruz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Ağ politikaları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Cilium'a bağımlı; OVN karşılığı yazılmadı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Yok — jetonu üretebilen tenant'ın tamamını okur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Metadata DB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SQLite, tek replika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71E3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SIGKILL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OOM/deadline'da süpürme çalışmaz (Argo'da da aynı)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Soy imzasız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 Chains bunu çözüyor, bizde yok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70248"/>
            <a:ext cx="11057839" cy="4480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4325112"/>
            <a:ext cx="1076523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206 test · 51/51 canlı kabul kontrolü · bütün ölçümler cluster'dan.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071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SAYFA 12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475488"/>
            <a:ext cx="1105783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spc="-40" kern="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Ekibe dört soru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005840"/>
            <a:ext cx="1371600" cy="25603"/>
          </a:xfrm>
          <a:prstGeom prst="rect">
            <a:avLst/>
          </a:prstGeom>
          <a:solidFill>
            <a:srgbClr val="0071E3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25296"/>
          <a:ext cx="11057839" cy="914400"/>
        </p:xfrm>
        <a:graphic>
          <a:graphicData uri="http://schemas.openxmlformats.org/drawingml/2006/table">
            <a:tbl>
              <a:tblPr/>
              <a:tblGrid>
                <a:gridCol w="2755614"/>
                <a:gridCol w="4151113"/>
                <a:gridCol w="415111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Neden önemli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Kurumda S3-uyumlu depo var mı?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ODF yok → S3'ü biz getireceğiz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RWX destekleyen StorageClass var mı?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Tekton'un PVC deseni mümkün mü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Sandboxed Containers (Kata) kurulu mu?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 büyük açığımız; kod değişikliği gerektirmez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PostgreSQL sağlanabilir mi?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Hem artifact metadata hem workflow state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035808"/>
            <a:ext cx="11057839" cy="67665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3090672"/>
            <a:ext cx="107652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soru en kritik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varsa endpoint + bucket + anahtar yeter, </a:t>
            </a:r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kod hazır</a:t>
            </a:r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(hem OBC hem OpenShift AI connection sözleşmesini okuyor).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6455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PTC · Artifact Persistence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527487" y="64556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PTC Artifact Persistence — Karşılaştırmalı Sunum</dc:title>
  <dc:subject>PptxGenJS Presentation</dc:subject>
  <dc:creator>PTC</dc:creator>
  <cp:lastModifiedBy>PTC</cp:lastModifiedBy>
  <cp:revision>1</cp:revision>
  <dcterms:created xsi:type="dcterms:W3CDTF">2026-09-07T11:17:17Z</dcterms:created>
  <dcterms:modified xsi:type="dcterms:W3CDTF">2026-09-07T11:17:17Z</dcterms:modified>
</cp:coreProperties>
</file>