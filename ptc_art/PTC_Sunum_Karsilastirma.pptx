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6596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Artifact Persistence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05840" y="27889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Karşılaştırmalı sunum — her sayfa bir özellik, her sayfada bir tablo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2011680" cy="27432"/>
          </a:xfrm>
          <a:prstGeom prst="rect">
            <a:avLst/>
          </a:prstGeom>
          <a:solidFill>
            <a:srgbClr val="D8D8D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ölmesi güvenlik için gerekli.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Ürettiğinin kalması iş için gerekli.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2026-09-07  ·  21 sayfa  ·  bütün ölçümler canlı cluster'dan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25296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ölmesi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güvenlik için gerekli. Ürettiğinin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kalması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iş için gerekli.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Sonuç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yaşarsa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Bir çalıştırma diğerine bulaşır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ölürse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sn'lik iş her turda tekrarlanır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Kullanılamaz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299923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05409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Sandbox'ın yaşam süresi, ürettiğinin yaşam süresini belirlememeli.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66674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Karıştırılmaması gereken üçlü: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224528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Örnek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 durmalı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Geçici dosya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Ara hesap, cache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diski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ölmesi istenir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sn'de üretilen tablo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Kalıcı depo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"Konuşmada nerede kaldım"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Ayrı, ama o da kalıcı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İzolasyon: kod nerede çalışıyor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Yöntem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demek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 kullanıyor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Güç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(runc)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Kernel paylaşılır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zayıf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V8 isolate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JS motoru içinde bölge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 Code Mode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Dar ama sıkı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gVisor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Araya sahte kernel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GKE Agent Sandbox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Orta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Kata / microVM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başına kendi kernel'i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önerisi, E2B, Vercel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Güçlü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Hyper-V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Donanım sanallaştırma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Güçlü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19125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24612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Sonuç: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Bu listede en zayıf olan biziz. Red Hat AI-üretimi kod için açıkça Kata öneriyor. Kod değişikliği gerektirmez — node seviyesinde önkoşul.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ömrü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Süre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Her çağrıda yeni, saklanmaz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3.14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Efemer + cooldown'da yok edilir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Havuzdan ms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Varsayılan yeni, id ile canlanır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gün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(5 dk'da checkpoint)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Adlandırılmış, uzun ömürlü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Agent Engine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gün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Süre sınırlı oturum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dk – 8 saat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Kalıcı workspace + snapshot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529584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Ayrım: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Anthropic *container'ı* saklıyor (değişkenler, dosyalar, hatta yorumlayıcı durumu). Biz *artifact'i* saklıyoruz. Farklı problem, farklı çözüm.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Depoya erişim: mount mu, API 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Yaklaşım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Yazınca ne olur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Mount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Yol = bucket. Yazdığın an gider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E2B, Modal, Daytona, Vercel, Cloudflare, Fly.io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API/SDK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Sıradan klasör; bir bileşen taşır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Anthropic, OpenAI, Red Hat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34086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39572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ne diyor: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953512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953512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*"…you must create a local client … by using an AWS SDK such as Boto3."*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FUSE mount ve CSI sürücüsü dokümanda </a:t>
            </a:r>
            <a:pPr indent="0" marL="0">
              <a:buNone/>
            </a:pPr>
            <a:r>
              <a:rPr lang="en-US" sz="1200" b="1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 geçmiyor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407822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413308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Mount'un bedeli: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Depoya erişim: mount mu, API 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Mount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Bizimki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Çok büyük dosya (&gt;512Mi)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Kısmi/akan yazma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İçerik doğrulaması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 granülaritesi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Bucket/prefix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 başına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Anahtar kimde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Sandbox'ın içinde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E2B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/root/.passwd-s3fs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), Vercel (düz), Daytona (external)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Denetlenmemiş kod anahtarı görüyor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ama IAM ile dar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(execution role)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 kadar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Dışarıda, aracıda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 (binding/proxy), Vercel (proxy)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Mount var, anahtar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Hiç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Anthropic, OpenAI, Fly.io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Bizde: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sandbox'ta S3 anahtarı yok, MinIO'ya rota yok, DNS yok.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Doğrulandı: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gaierror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ConnectionRefusedError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Kayıt defteri var mı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artifact_id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tip, soy, TTL, hash)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E2B, Modal, Daytona, Vercel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 (Files API)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Cloudflare, Fly.io, 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 (MLMD)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(denetim CloudTrail'de)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62432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67919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Araştırmanın en keskin bulgusu: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236976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236976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Mount eden sağlayıcıların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hiçbirinde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artifact registry yok. Yazılan dosyanın </a:t>
            </a:r>
            <a:pPr indent="0" marL="0">
              <a:buNone/>
            </a:pPr>
            <a:r>
              <a:rPr lang="en-US" sz="1200" i="1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artifact_id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'si, soyu, TTL'i yok — sadece bir S3 anahtarı var. Dokümanlar "persistent data access" diyor;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hiçbiri "artifact" demiyor.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13308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18795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Kayıt defteri, yalnızca yazma yolu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bileşenden geçtiğinde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ayakta kalıyor. Doğrudan mount = "sadece bucket".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Ağ duruşu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Duruş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Tamamen kapalı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 (*"Completely disabled for security"*)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Varsayılan reddet + allowlist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Red Hat/OpenShell, Google GKE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Açık, yapılandırılabilir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("network modes")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Opsiyonel kontroller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Hat'in ifadesi: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520440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520440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*"The default posture is deny-all. In practice, you write a policy that allowlists exactly the endpoints your agent needs."*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41655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47141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Bizde iki servis ayrı: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Tool Gateway internete çıkar, depoya çıkamaz. Artifact Service depoya çıkar, internete çıkamaz. Tek workload'ın ele geçirilmesi ikisini birden vermiyor.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Yazmayı kim tetikliyor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Mekanizma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bilmek zorunda mı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$OUTPUT_DIR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süpürme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/mnt/data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Workspace dizini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OpenHands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.path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launcher kopyalar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süpürme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 RPC zorunlu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 Code Mode *(dosya sistemi yok)*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7472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52958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Dokuz sistemin dokuzu da bir DOSYA YOLU.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Hiçbiri sandbox'taki koda artifact fonksiyonu sunmuyor.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087368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142232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2026-09-06: bizdeki açık API kaldırıldı.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put_artifact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get_artifact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cached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piyasada emsalsizdi ve canlı hataların hepsi o yüzeydeydi.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Yazmayı kim tetikliyor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Şimdi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put_artifact(df, name=...)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df.to_parquet("/output/x.parquet")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get_artifact("x")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pd.read_parquet("/output/x.parquet")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list_artifacts()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os.listdir("/output")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Retry atlama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cached(...)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if os.path.exists(...)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Süpürme = bucket'a kopyalama: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/output/x.parquet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HTTP akış → Artifact Service → S3 PUT → bucket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KEŞİF: ajan çekeceğini nasıl anlıyor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Bu, oturum boyunca en çok kafa karıştıran soruydu.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Sadece tool tarifi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çağırmayı *seçmek* zorunda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*(eskiden biz)*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Referans otomatik context'te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file_id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tool sonucunda döner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Dosya sistemi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yaşıyorsa model bakar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Google, OpenHands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prompt'a enjekte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talimatlarda, içerik talep üzerine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3+4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İkisi birden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Manifest promptta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os.listdir("/output")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çalışıyor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(2026-09-06)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Semantik arama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Vektör deposunda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file_search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Llama Stack (RAG)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 statik, girdi bağlanmış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KFP, Argo, Airflow, Tekton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37083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42569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Desen 4'ün üç kuralı: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1. İsimler her zaman context'te — ucuz, model unutamaz 2. İçerik talep üzerine — pahalı olan sadece istendiğinde 3. İçerik geçmişe kalıcı yazılmaz — context şişmez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Klasik pipeline vs ajan: neden farklı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Klasik pipeline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Ajan dünyası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İnsan önceden yazar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o an icat eder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 adımın girdisi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Bağlanmış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Keşfedilmeli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 çözer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Driver, adım başlamadan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Modelin kendisi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Örnek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adim5(girdi=adim1.ciktilar["features"])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os.listdir("/output")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Airflow, Argo, KFP, Tekton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 ADK, biz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19125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24612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cümle: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Klasik pipeline'da 5. adım bir şey *anlamaz* — kendisine söylenir. Ajan dünyasında sormak zorundadır, çünkü kendisi de o an icat edilmiştir.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ne öneriyor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OpenShift'in cevabı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Nesne deposu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Çekirdekte YOK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depolama dokümanı baştan sona PV/PVC/CSI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Ama AI ürünü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zorunlu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*"You have an existing S3-compatible object storage bucket"*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Erişim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SDK (boto3)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mount değil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Kimlik bilgisi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Secret → pod ortamı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AWS_S3_ENDPOINT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AWS_S3_BUCKET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…)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taşıma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.path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.uri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kopyalıyor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kökü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pipeline_root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düzeyde yapılandırılabilir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tipleri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şema başlıkları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system.Dataset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…)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Namespace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düzeyinde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kfp-launcher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ConfigMap)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farklı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Workspace →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nesne deposu değil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Güvenilmeyen kod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Kata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öneriliyor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Yerleşik cevabı YOK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←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494690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Neden keşif cevabı yok: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ne öneriyor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kavramı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Ajan kavramı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DSP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Llama Stack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 (RAG belgeleri)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340864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Bizim durumumuz tam bu boşlukta. Depolama için OpenShift'i kopyaladık, keşif için Google ADK'yı.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Hız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Açılış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milisaniyeler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Isolate hafif, havuza gerek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milisaniyeler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pool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GKE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 1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pool + snapshot = "instant-on"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3.14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Havuz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Bizim 3.14 sn'nin dağılımı: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1.62 sn pod başlatma + 1.49 sn süreç açılışı.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52044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57530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Yani warm pool'un tavanı 1.6 saniye.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Ölçtük, karmaşıklığa değmedi.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neredeyiz: özet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Boyut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Kimle aynı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PTC tezi (kod yaz, tool çağırma)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Ağ (kapalı + allowlist)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Red Hat, Google GKE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Depoya erişim (SDK, mount yok)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Anthropic, 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Çıktı yakalama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deseni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 + tipler + kök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 (MLMD)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(isimler prompt'ta)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ömrü (efemer)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yüzeyi (dosya, API yok)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hepsi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KFP, Anthropic, OpenAI, MS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 (tenant)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pipeline_root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paylaşımlı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Kimse — bizimki daha zayıf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 yerleştirme (kod başlamadan)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`init` / KFP `launcher`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Çapraz-çalıştırma erişimi (açık çağrı)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(açık URI) 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load_artifact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13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neredeyiz: özet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11338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cümle: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1. Omurga tartışmasız SOTA — tezi Cloudflare'den, veri modelini Anthropic'ten, platform desenini Red Hat'ten aldık. 2. İzolasyonda herkesin gerisindeyiz (düz container). Warm pool yok ama kazancını ölçtük: ≤1.6 sn. 3. Emsalsiz olan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şeyi de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bıraktık: LLM'e artifact API'si ve çalıştırma başına kapsam (2026-09-06), sonra şeffaf tembel okuma (2026-09-07) — yerine Argo/KFP'nin "girdiyi kod başlamadan yerleştir" deseni geçti. Hataların hepsi bizim icat ettiğimiz yerlerde çıkıyordu.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değişti (2026-09-04 → 09-06)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Değişiklik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servisi ayrıldı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Tool Gateway'de, base64+MCP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Kendi pod'unda, akışlı HTTP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Prefetch kapsamı daraltıldı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Tenant'ın tamamı iniyordu, O(hepsi)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Çalıştırmaya kapsanmış yerleştirme, azami 35 KiB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TTL reaper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Şema vardı, çalıştıran yoktu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Saat başı CronJob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Oturum kimliği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Her bağlantıda yeni → artifact erişilemez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localStorage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--session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Workflow 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InMemorySaver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AsyncSqliteSaver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(Postgres'e hazır)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sözleşmesi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OBC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OBC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OpenShift AI connection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tipleri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şema başlıkları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.metadata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kökü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Sabit kod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PTC_ARTIFACT_ROOT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Yumuşak garanti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prompt'ta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(ADK deseni)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32511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437997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2026-09-06 — büyük sadeleşme: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14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değişti (2026-09-04 → 09-06)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Değişiklik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artifact API'si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fonksiyon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düz Python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list_artifacts()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Manifest promptta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yerleştirilmiş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 başına mühürlü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Tenant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(KFP gibi)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Dizin çıktısı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Sessizce kayboluyordu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 tar, açılmış hâlde yerleşiyor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ağacı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Kaydediliyor, okunmuyordu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Otomatik + panelde mermaid grafiği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PDF/PNG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.bin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olarak duruyordu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tip + panelde önizleme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 izolasyonu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düz — başkasınınki sızıyordu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İki kök: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/artifacts/&lt;wf&gt;/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818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81304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sayısı: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179 ·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doğrulanan: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hepsi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Girdi yerleştirme: icadı bırakmak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Emsalsiz olan son desenimiz 2026-09-07'de kaldırıldı.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 (icat)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 (Argo/KFP)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içeriği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manifestten uydurulmuş isimler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dosyalar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İndirme anı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okuma çağrısının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ortasında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açılışında, sidecar'da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os.scandir("/output")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[]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yamayı deliyordu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['x.parquet']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Yama satırı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~120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entrypoint.py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651 satır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357 satır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Okuyan çalıştırma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4,11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3,13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408736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Yaptığı iş FUSE'un işiydi (Databricks, E2B, Vercel onu kullanıyor); OpenShift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restricted-v2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/dev/fuse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vermediği için kullanıcı alanında taklit etmiştik.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78231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483717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Prefetch'i öldüren kapsamdı, prefetch değil.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Eski prefetch tenant'ın tamamını indiriyordu. Ölçüm: workflow başına medyan 3 dosya / 13,7 KiB, azami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35,3 KiB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512Mi'nin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binde yedisi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 · Süzgeç · Alias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açık, üç kanonik cevap. Üçü de kopya.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Bizdeki hâli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girdi okundu (soy şişiyordu)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Event.DECLARED_INPUT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run_ptc_code(kod, inputs=[...])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 addan 39'u görünüyor, arama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ListOptions(filter_query=…)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?name= ?type= ?workflow= ?q=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ad 17 kez, hep en yeni geliyor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models:/&lt;ad&gt;@&lt;alias&gt;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by-name/rapor.pdf@onaylanmis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23697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29184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Beyanın iki etkisi birden:</a:t>
            </a:r>
            <a:endParaRPr lang="en-US" sz="12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4962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Beyansız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inputs=["a.txt"]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'a yerleşen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çalıştırmanın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hepsi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a.txt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turev.txt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'nin ebeveyni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a.txt, b.txt, c.txt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`a.txt`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96519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502005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 denemeydi, atıldı: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soyu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atime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ile ölçmeyi denedik — çalışıyordu ama sahada emsali yok. Piyasa soyu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gözlemlemiyor, beyan ediyor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olay tipinin adı zaten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DECLARED_INPUT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Baytı HTTP ile göndermek: kimin varsayılanı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OpenShift'in varsayılanı değil — ama icat da değil.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Baytlar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anahtarı nerede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→ S3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doğrudan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kullanıcı container'ında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(ayrı kanal)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sidecar → S3 doğrudan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 container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 (proxied)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→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server → depo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server'da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tracking DB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servis → MinIO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520440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520440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*"The tracking server works as a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proxy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accessing remote artifacts. The MLflow clients make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request to the server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fetching artifacts."* — </a:t>
            </a:r>
            <a:pPr indent="0" marL="0">
              <a:buNone/>
            </a:pPr>
            <a:r>
              <a:rPr lang="en-US" sz="1200" i="1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--serve-artifacts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MLflow'da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varsayılan açık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41655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47141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KFP'yi neden alamadık: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launcher kullanıcı kodunun container'ını *sarmalıyor* → S3 anahtarı LLM'in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os.environ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'unda olurdu.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Argo'yu neden alamadık: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yerleşimi doğru ama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kayıt defteri yok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525780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531266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Aldığımız: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yerleşim Argo'dan (ayrı container), kanal MLflow'dan (HTTP vekili).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OpenShift'e geçilmeyecek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Soru soruldu, ölçüldü, cevap hayır — gerekçe teknik değil, getiri.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(bu laptop)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CRC istiyor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Fiziksel çekirdek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✅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15,35 GB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(8 boş)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10,5 GB boş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⚠️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Ubuntu 24.04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*"Ubuntu and Debian: Not supported"* ⚠️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23697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29184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Kazandıracağı tek şey doğrulama: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restricted-v2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SCC'yi taklit yerine gerçekte,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EgressFirewall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'ı canlı. §17 iş yükünün uyumluluğunu SCC taklidiyle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zaten ölçtü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(rastgele UID 1000670000,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ALL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RuntimeDefault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7822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13308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Kazandırmayacağı: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Hubble'ın karşılığı yok · OpenShift AI (KFP+MLMD+Model Registry) o RAM'e sığmaz · kind'da çalıştırma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 sn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CRC açılışı dakikalar.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91947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497433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Kalan tek açık: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Cilium →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NetworkPolicy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EgressFirewall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çevirisi yazılmadı; yazılırsa kind'da test edilemez.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konsol: her şey gerçek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`/konsol` — dört sekme, sahte veri yok.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Sekme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Kaynağı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Sohbet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mevcut ajan ekranı,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app.js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tek satır değişmeden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Hatlar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/api/pipelines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iki hat, adımları ve kodlarıyla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/ws/pipeline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Kubernetes Job'ları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/api/depo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kayıt defteri + süzgeçler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ağacı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/api/depo/&lt;id&gt;/soy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gerçek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parents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kenarları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80390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85876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İki node türü, fark uydurma değil: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sandbox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gerçek PTC pod'u açar ·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query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kayıt defterine sorgu atar,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 açmaz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Sandbox'ın listeleme yolu hiç yok — keşif host tarafında olur.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64515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70001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Çapraz workflow canlı doğrulandı: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19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konsol: her şey gerçek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316736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adım 1  GET /artifacts?name=processed-result.json → üreten wf e841efd4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adım 2  load_artifact("e841efd4-…", "processed-result.json")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analysis-input.json  parents=['art_5605dd638cab']   ← sınır geçildi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2253996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 altta PTC terminali: pod adı, çalıştırılan kod, süpürülen artifact — canlı.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Açıklar (saklamıyoruz)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Etki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container, Kata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Hat'in önerisine uymuyoruz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Metadata DB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 replika sınırı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Workflow 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 yolu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 edilmedi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Cluster'da Postgres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Uuid'yi bilen okur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Büyük dosya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 MiB / 512Mi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GB çalışmaz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 çakışması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"En yeni" kazanır, sessiz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Tenant genelinde daha olası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strike="sngStrike" dirty="0">
                          <a:solidFill>
                            <a:srgbClr val="6E6E7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**Şeffaf okuma**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KAPANDI (2026-09-07)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yama yok, dosyalar gerçek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Emsalsiz olan son desenimizdi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`user_metadata`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Süpürme yolunda doldurulamıyor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put_artifact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kalkınca kapandı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dosya uzantısından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Metrik/Dataset ayrımı kayboldu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imzasız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defterine yazabilen değiştirebilir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Chains bunu çözüyor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OBC/ODF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 edilmedi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kapsam dışı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Ekibe dört soru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Soru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Neden önemli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Kurumda S3-uyumlu depo var mı?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yok → S3'ü biz getireceğiz. Red Hat'in kendi ürünü de zorunlu tutuyor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StorageClass'lar var, RWX destekleyen var mı?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Tekton'un PVC deseni mümkün mü belirler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Sandboxed Containers (Kata) kurulu mu?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büyük açığımız; kod değişikliği gerektirmez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PostgreSQL sağlanabilir mi?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Hem artifact metadata hem workflow 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soru en kritik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ODF kapsam dışına çıkınca "S3 nereden gelecek" cevapsız kaldı. Varsa endpoint + bucket + anahtar yeter,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 hazır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(iki sözleşmeyi de okuyor).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PTC Artifact Persistence — Karşılaştırmalı Sunum</dc:title>
  <dc:subject>PptxGenJS Presentation</dc:subject>
  <dc:creator>PTC</dc:creator>
  <cp:lastModifiedBy>PTC</cp:lastModifiedBy>
  <cp:revision>1</cp:revision>
  <dcterms:created xsi:type="dcterms:W3CDTF">2026-09-07T10:56:16Z</dcterms:created>
  <dcterms:modified xsi:type="dcterms:W3CDTF">2026-09-07T10:56:16Z</dcterms:modified>
</cp:coreProperties>
</file>