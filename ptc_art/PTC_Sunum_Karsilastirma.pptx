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965960"/>
            <a:ext cx="101800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Artifact Persistence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05840" y="2788920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Karşılaştırmalı sunum — her sayfa bir özellik, her sayfada bir tablo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24128" y="3429000"/>
            <a:ext cx="2011680" cy="27432"/>
          </a:xfrm>
          <a:prstGeom prst="rect">
            <a:avLst/>
          </a:prstGeom>
          <a:solidFill>
            <a:srgbClr val="D8D8D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6576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Sandbox'ın ölmesi güvenlik için gerekli.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Ürettiğinin kalması iş için gerekli.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2026-09-07  ·  13 sayfa  ·  bütün ölçümler canlı cluster'dan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41148" cy="4572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25296"/>
            <a:ext cx="107835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Sandbox'ın </a:t>
            </a:r>
            <a:pPr indent="0" marL="0">
              <a:buNone/>
            </a:pPr>
            <a:r>
              <a:rPr lang="en-US" sz="13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ölmesi</a:t>
            </a:r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güvenlik için gerekli. Ürettiğinin </a:t>
            </a:r>
            <a:pPr indent="0" marL="0">
              <a:buNone/>
            </a:pPr>
            <a:r>
              <a:rPr lang="en-US" sz="13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kalması</a:t>
            </a:r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iş için gerekli.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 olur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Sonuç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 yaşarsa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Bir çalıştırma diğerine bulaşır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İzolasyon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ölürse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40 sn'lik iş her turda tekrarlanır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Kullanılamaz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072384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127248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Kural: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Sandbox'ın yaşam süresi, ürettiğinin yaşam süresini belirlememeli.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68503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73989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Karıştırılmaması gereken üçlü: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geçici dosya (ölmesi *istenir*) · artifact (kalıcı depo) · state (ayrı, o da kalıcı).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2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adım nasıl çalışıyor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pic>
        <p:nvPicPr>
          <p:cNvPr id="5" name="Image 0" descr="/home/altan/Desktop/Data-Science-Reports/ptc_art/docs/diyagram/d1-yasam-dongus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987" y="1225296"/>
            <a:ext cx="8399721" cy="3611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11149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516636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Kodun gördüğü tek şey bir dosya yolu.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Artifact fonksiyonu yok, depo adresi yok, anahtar yok — ve </a:t>
            </a:r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hiçbir ağ çağrısı yok.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Ölçüldü: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2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adım nasıl çalışıyor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sandbox'ın içinden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fonksiyonları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[]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servis adresi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localhost proxy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minio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gaierror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DNS'te bile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3035808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KFP'nin kullanıcı bileşenine verdiği garantinin aynısı.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3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Baytı kim taşıyor: üç yerleşim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pic>
        <p:nvPicPr>
          <p:cNvPr id="5" name="Image 0" descr="/home/altan/Desktop/Data-Science-Reports/ptc_art/docs/diyagram/d2-aracinin-ye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3422" y="1225296"/>
            <a:ext cx="7684851" cy="3611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11149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516636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Seçimi zorlayan tek şey: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kodu LLM yazıyor. KFP'nin launcher'ı kullanıcı container'ının içinde — anahtar orada dururdu. Argo'nun yerleşimi doğru ama kayıt defteri yok. Biz </a:t>
            </a:r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yerleşimi Argo'dan, kanalı MLflow'dan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aldık.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4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Baytlar hangi yoldan: iki kip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585323"/>
                <a:gridCol w="2824172"/>
                <a:gridCol w="2824172"/>
                <a:gridCol w="28241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Baytlar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S3 anahtarı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Kayıt defteri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 / OpenShift AI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launcher → S3 doğrudan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kullanıcı container'ında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Workflows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wait sidecar → S3 doğrudan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ayrı container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MLflow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(proxied)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client →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→ server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server'da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tracking DB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 · `proxy`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sidecar → HTTP → servis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serviste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SQLite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 · `direct`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sidecar → S3 doğrudan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sidecar'da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SQLite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3346704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PTC_ARTIFACT_TRANSFER</a:t>
            </a:r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ile seçiliyor. </a:t>
            </a:r>
            <a:pPr indent="0" marL="0">
              <a:buNone/>
            </a:pPr>
            <a:r>
              <a:rPr lang="en-US" sz="13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direct</a:t>
            </a:r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indent="0" marL="0">
              <a:buNone/>
            </a:pPr>
            <a:r>
              <a:rPr lang="en-US" sz="1300" b="1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KFP'nin iki kanalı</a:t>
            </a:r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bayt depoya, künye kayıt defterine.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66928" y="3813048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3867912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`direct`'in ölçülmüş bedeli: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NetworkPolicy </a:t>
            </a:r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pod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seçer, container değil. Sidecar'a depo rotası açmak sandbox'a da açmaktır.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256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proxy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sandbox → minio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(IP ile)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TimeoutError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ULASILDI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sandbox'ta S3 anahtarı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1" name="Text 7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4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Baytlar hangi yoldan: iki kip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Hangisi ne zaman: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&lt; ~50 MB </a:t>
            </a:r>
            <a:pPr indent="0" marL="0">
              <a:buNone/>
            </a:pPr>
            <a:r>
              <a:rPr lang="en-US" sz="13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proxy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(kontroller tek yerde) · &gt; ~50 MB </a:t>
            </a:r>
            <a:pPr indent="0" marL="0">
              <a:buNone/>
            </a:pPr>
            <a:r>
              <a:rPr lang="en-US" sz="13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direct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(GB'ları tek bir servisten akıtmak israf). MLflow'un sunduğu seçimin aynısı — </a:t>
            </a:r>
            <a:pPr indent="0" marL="0">
              <a:buNone/>
            </a:pPr>
            <a:r>
              <a:rPr lang="en-US" sz="13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--serve-artifacts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var/yok.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5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Çapraz workflow: vakanın kendisi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pic>
        <p:nvPicPr>
          <p:cNvPr id="5" name="Image 0" descr="/home/altan/Desktop/Data-Science-Reports/ptc_art/docs/diyagram/d3-capraz-work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3422" y="1225296"/>
            <a:ext cx="7684851" cy="3611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11149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516636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B, A'nın çalıştırma kimliğini kayıt defterinden öğreniyor.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Aralarında doğrudan bağ yok; A çoktan bitmiş, pod'u silinmiş olabilir.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6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 yazılı, ne çalışma anında bulunuyor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Nereden geliyor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 aranacak (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processed-result.json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yazılı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hat tanımında, Argo/KFP gibi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çalıştırma üretmiş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çalışma anında, kayıt defteri sorgusundan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sürüm (8 aday arasından)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çalışma anında, alias/en-yeni kuralıyla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724912"/>
            <a:ext cx="11057839" cy="827532"/>
          </a:xfrm>
          <a:prstGeom prst="rect">
            <a:avLst/>
          </a:prstGeom>
          <a:solidFill>
            <a:srgbClr val="F5F5F7"/>
          </a:solidFill>
          <a:ln w="6350">
            <a:solidFill>
              <a:srgbClr val="D8D8D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4944" y="2816352"/>
            <a:ext cx="10801807" cy="6446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inputs=["{kaynak_wf}/processed-result.json"]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^^^^^^^^^^^  ^^^^^^^^^^^^^^^^^^^^^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bulunuyor     yazılı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3753612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 bir </a:t>
            </a:r>
            <a:pPr indent="0" marL="0">
              <a:buNone/>
            </a:pPr>
            <a:r>
              <a:rPr lang="en-US" sz="1300" b="1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çağrı değil, beyan</a:t>
            </a:r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kod </a:t>
            </a:r>
            <a:pPr indent="0" marL="0">
              <a:buNone/>
            </a:pPr>
            <a:r>
              <a:rPr lang="en-US" sz="13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open("/artifacts/&lt;wf&gt;/…")</a:t>
            </a:r>
            <a:pPr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yazıyor, dosya zaten orada. Sandbox hiçbir yere bağlanmıyor.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421995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0" name="Text 7"/>
          <p:cNvSpPr/>
          <p:nvPr/>
        </p:nvSpPr>
        <p:spPr>
          <a:xfrm>
            <a:off x="713232" y="427482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Adı da modelin seçtiği yol var: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Sohbet sekmesi. Orada hiçbir şey yazılı değil — manifest isimleri veriyor, neyi okuyacağına model karar veriyor.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2" name="Text 9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7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Keşif: ajan çekeceğini nasıl anlıyor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Nasıl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Sadece tool tarifi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 çağırmayı *seçmek* zorunda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*(eskiden biz)*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Dosya sistemi +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 yaşıyorsa model bakar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Anthropic, Google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İsimler prompt'a enjekte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İsimler talimatlarda, içerik talep üzerine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ADK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Kayıt defterine sorgu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filter_query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ile süzülmüş liste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DAG statik, girdi bağlanmış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KFP, Argo, Airflow, Tekton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346704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401568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Klasik pipeline'da 5. adım bir şey anlamaz — kendisine söylenir. Ajan dünyasında sormak zorundadır, çünkü kendisi de o an icat edilmiştir.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8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Beyan · Süzgeç · Alias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Açık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Kaynak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Bizdeki hâli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girdi okundu (soy şişiyordu)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DECLARED_INPUT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run_ptc_code(kod, inputs=[…])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62 addan 39'u görünüyor, arama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filter_query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?name= ?type= ?q=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Aynı ad 17 kez, hep en yeni geliyor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MLflow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models:/&lt;ad&gt;@&lt;alias&gt;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by-name/rapor.pdf@onaylanmis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72491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77977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Beyanın üç biçimi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üçü de KFP'de </a:t>
            </a:r>
            <a:pPr indent="0" marL="0">
              <a:buNone/>
            </a:pPr>
            <a:r>
              <a:rPr lang="en-US" sz="13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.uri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beyanına denk: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3337560"/>
            <a:ext cx="11057839" cy="827532"/>
          </a:xfrm>
          <a:prstGeom prst="rect">
            <a:avLst/>
          </a:prstGeom>
          <a:solidFill>
            <a:srgbClr val="F5F5F7"/>
          </a:solidFill>
          <a:ln w="6350">
            <a:solidFill>
              <a:srgbClr val="D8D8D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3429000"/>
            <a:ext cx="10801807" cy="6446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inputs=["ozet.json"]             → /output/ozet.json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inputs=["wf-abc/ozet.json"]      → /artifacts/wf-abc/ozet.json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inputs=["rapor.pdf@onaylanmis"]  → /artifacts/_alias/rapor.pdf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66928" y="4366260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4421124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Sürüm seçimi canlı doğrulandı:</a:t>
            </a:r>
            <a:endParaRPr lang="en-US" sz="13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78908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Seçilen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Üreten çalıştırma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alias yokken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art_dd422fd3e66b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yeni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119d1f91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@onaylanmis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sabitliyken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art_cfa44f0298f5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eski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bfc62bbe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9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Dört icat ettik, dördünü de attık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İcat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 oldu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Yerine geçen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LLM'e artifact API'si (5 fonksiyon)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sessiz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None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'lar, anlaşılmaz hatalar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düz Python +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Şeffaf tembel okuma (~120 satır yama)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yalan söylüyordu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kod başlamadan yerleştir —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Argo/KFP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atime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ile soy ölçümü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çalışıyordu, ama emsali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beyan —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sandbox'ta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load_artifact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çalışma anında ağ çağrısı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çapraz girdi de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beyan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KFP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035808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090672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Hataların hepsi bizim icat ettiğimiz yerlerde çıktı; kopyaladığımız hiçbir parçadan çıkmadı.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64845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Öncesi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Sonrası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entrypoint.py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651 satır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298 satır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Yama satırı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~120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Sandbox'ın ağ çağrısı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(localhost proxy)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Okuyan çalıştırma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4,11 sn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3,13 sn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0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10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Hata kurtarma: sinyali zenginleştirdik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patlayınca modele giden metin. Önce ve sonra: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37944"/>
            <a:ext cx="11057839" cy="2203704"/>
          </a:xfrm>
          <a:prstGeom prst="rect">
            <a:avLst/>
          </a:prstGeom>
          <a:solidFill>
            <a:srgbClr val="F5F5F7"/>
          </a:solidFill>
          <a:ln w="6350">
            <a:solidFill>
              <a:srgbClr val="D8D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929384"/>
            <a:ext cx="10801807" cy="2020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ÖNCE   Hata: 'yok'          ← tip yok, satır yok, stdout yok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Tahmini bir değer üretme.        ← modele DUR diyor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SONRA  File "/sandbox/code.py", line 6, in ic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 def ic(): return d["yok"]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                  ~^^^^^^^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KeyError: 'yok'                  ← tip + satır + ifade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Hata anına kadar yazılan çıktı: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adim 1: veri yuklendi            ← print'ler korunuyor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Hatayı düzeltip TEKRAR çalıştır. Aynı kodu aynen gönderme…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10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Hata kurtarma: sinyali zenginleştirdik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Parça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Kimden kopya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Yalnızca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kullanıcı kodunun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kareleri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SWE-agent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"tip olmadan model yanlış teşhis koyuyor"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Hata anına kadarki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stdout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smolagents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bunun için ayrı testi var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20 000 karakterde ortadan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kırpma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smolagents · Codex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Kırpıldığını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söyle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+ ne yapacağını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öğret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SWE-agent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"tekrar dene"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"aynısını tekrarlama"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smolagents + OpenHands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Sebep-farkında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sayaç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 `error_code` · Codex `is_likely_sandbox_denied`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657600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712464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Sayaç neden bölündü: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tek sayaç kod hatasını, ağ engelini ve timeout'u aynı kutuya koyuyordu. Sınır ağ engeli için konmuştu; kod hatası da aynı bütçeden yediği için self-repair'e </a:t>
            </a:r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deneme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kalıyordu. Artık ağ engeli </a:t>
            </a:r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kod hatası </a:t>
            </a:r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4498848"/>
            <a:ext cx="41148" cy="932688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4498848"/>
            <a:ext cx="10783519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Bütçeyi büyütmek tek başına çözüm değil.</a:t>
            </a:r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Olausson (ICLR 2024): self-repair kazancı *"mütevazı, bazen hiç yok"*; darboğaz deneme sayısı değil </a:t>
            </a:r>
            <a:pPr indent="0" marL="0">
              <a:buNone/>
            </a:pPr>
            <a:r>
              <a:rPr lang="en-US" sz="13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geri bildirim kalitesi</a:t>
            </a:r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aynı koda insan geri bildirimi verilince başarı </a:t>
            </a:r>
            <a:pPr indent="0" marL="0">
              <a:buNone/>
            </a:pPr>
            <a:r>
              <a:rPr lang="en-US" sz="13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%33 → %52</a:t>
            </a:r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Sıra: önce sinyal, en son bütçe.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11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 neredeyiz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Parça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Kimden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init + wait sidecar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Workflows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girdiyi kod başlamadan yerleştir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`init` / KFP `driver`+`launcher`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girdi beyanı · beyandan soy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`inputs.artifacts` · MLMD `DECLARED_INPUT`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run-scoped anahtar yolu · kayıt defteri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 `pipeline_root` · MLMD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künye süzgeci · sürüm alias'ı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 `filter_query` · MLflow Model Registry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isimler prompt'ta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ADK `LoadArtifactsTool`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bayt yolu ·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proxy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MLflow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proxied artifact access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bayt yolu ·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direct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 / Argo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bayt depoya, künye kayıt defterine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sandbox'ta sıfır ağ çağrısı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kullanıcı bileşeni hiçbir şey çağırmaz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hata sinyali · kırpma · "ne yapmalı"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SWE-agent · smolagents · Codex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sebep-farkında retry sayacı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 `error_code` · Codex `is_likely_sandbox_denied`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İzolasyon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Kimse — bizimki daha zayıf (düz container)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52297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557784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Emsalsiz desen kalmadı.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12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Canlı konsol + açıklar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`/konsol` — beş sekme, sahte veri yok: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Sohbet · Hatlar · Çalıştırma (gerçek Kubernetes Job'ları) · Depo · Soy ağacı.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Açık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Durum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İzolasyon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Düz container, Kata yok — Red Hat'in önerisine uymuyoruz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Ağ politikaları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Cilium'a bağımlı; OVN karşılığı yazılmadı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 — jetonu üretebilen tenant'ın tamamını okur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Metadata DB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SQLite, tek replika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SIGKILL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OOM/deadline'da süpürme çalışmaz (Argo'da da aynı)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Soy imzasız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Tekton Chains bunu çözüyor, bizde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270248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4325112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209 test · 52/52 (`proxy`) + 53/53 (`direct`) canlı kabul kontrolü · bütün ölçümler cluster'dan.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13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Ekibe dört soru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Soru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Neden önemli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Kurumda S3-uyumlu depo var mı?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ODF yok → S3'ü biz getireceğiz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RWX destekleyen StorageClass var mı?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Tekton'un PVC deseni mümkün mü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Sandboxed Containers (Kata) kurulu mu?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büyük açığımız; kod değişikliği gerektirmez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PostgreSQL sağlanabilir mi?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Hem artifact metadata hem workflow state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035808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090672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soru en kritik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varsa endpoint + bucket + anahtar yeter, </a:t>
            </a:r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kod hazır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(hem OBC hem OpenShift AI connection sözleşmesini okuyor).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PTC Artifact Persistence — Karşılaştırmalı Sunum</dc:title>
  <dc:subject>PptxGenJS Presentation</dc:subject>
  <dc:creator>PTC</dc:creator>
  <cp:lastModifiedBy>PTC</cp:lastModifiedBy>
  <cp:revision>1</cp:revision>
  <dcterms:created xsi:type="dcterms:W3CDTF">2026-09-08T06:51:33Z</dcterms:created>
  <dcterms:modified xsi:type="dcterms:W3CDTF">2026-09-08T06:51:33Z</dcterms:modified>
</cp:coreProperties>
</file>