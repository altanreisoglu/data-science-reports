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sunum oturum boyunca soru işareti olan konulara göre dizildi.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9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1783080"/>
            <a:ext cx="1371600" cy="384048"/>
          </a:xfrm>
          <a:prstGeom prst="roundRect">
            <a:avLst>
              <a:gd name="adj" fmla="val 23810"/>
            </a:avLst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178308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PTC · PoC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" y="233172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Artifact Persistence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594360" y="32186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AEBE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 ile artifact deposu arasındaki ilişki — piyasa karşılaştırması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94360" y="4160520"/>
            <a:ext cx="10972800" cy="822960"/>
          </a:xfrm>
          <a:prstGeom prst="roundRect">
            <a:avLst>
              <a:gd name="adj" fmla="val 13333"/>
            </a:avLst>
          </a:prstGeom>
          <a:solidFill>
            <a:srgbClr val="2B3A45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41605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sayfa bir özellik.  </a:t>
            </a:r>
            <a:pPr indent="0" marL="0">
              <a:buNone/>
            </a:pPr>
            <a:r>
              <a:rPr lang="en-US" sz="1400" dirty="0">
                <a:solidFill>
                  <a:srgbClr val="AEBE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sayfada bir karşılaştırma tablosu.  </a:t>
            </a:r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BİZ</a:t>
            </a:r>
            <a:pPr indent="0" marL="0">
              <a:buNone/>
            </a:pPr>
            <a:r>
              <a:rPr lang="en-US" sz="1400" dirty="0">
                <a:solidFill>
                  <a:srgbClr val="AEBE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satırı vurgulu.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6035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2026-09-04  ·  16 sayfa  ·  108 test geçiyor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SAYFA 1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94360" y="64008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2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11091672" y="6236208"/>
            <a:ext cx="475488" cy="329184"/>
          </a:xfrm>
          <a:prstGeom prst="roundRect">
            <a:avLst>
              <a:gd name="adj" fmla="val 22222"/>
            </a:avLst>
          </a:prstGeom>
          <a:solidFill>
            <a:srgbClr val="F4F7F9"/>
          </a:solidFill>
          <a:ln w="9525">
            <a:solidFill>
              <a:srgbClr val="D8E0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091672" y="6236208"/>
            <a:ext cx="475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94360" y="141732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1F2933"/>
          </a:solidFill>
          <a:ln/>
        </p:spPr>
      </p:sp>
      <p:sp>
        <p:nvSpPr>
          <p:cNvPr id="7" name="Text 5"/>
          <p:cNvSpPr/>
          <p:nvPr/>
        </p:nvSpPr>
        <p:spPr>
          <a:xfrm>
            <a:off x="850392" y="1417320"/>
            <a:ext cx="104607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Sandbox'ın ÖLMESİ güvenlik için gerekli.
</a:t>
            </a:r>
            <a:pPr indent="0" marL="0">
              <a:buNone/>
            </a:pPr>
            <a:r>
              <a:rPr lang="en-US" sz="19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Ürettiğinin KALMASI iş için gerekli.</a:t>
            </a:r>
            <a:endParaRPr lang="en-US" sz="19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578608"/>
          <a:ext cx="109728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480560"/>
                <a:gridCol w="43891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Örnek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Nerede durmalı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Geçici dosya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Ara hesap, cache, yarım çıktı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Sandbox diski — ölmesi İSTENİR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Artifact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sn'de üretilen tablo, model, rapor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Kalıcı depo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"Konuşmada nerede kaldım"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Ayrı yer — ama o da kalıcı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94360" y="4617720"/>
            <a:ext cx="10972800" cy="566928"/>
          </a:xfrm>
          <a:prstGeom prst="roundRect">
            <a:avLst>
              <a:gd name="adj" fmla="val 16129"/>
            </a:avLst>
          </a:prstGeom>
          <a:solidFill>
            <a:srgbClr val="F4F7F9"/>
          </a:solidFill>
          <a:ln w="15875">
            <a:solidFill>
              <a:srgbClr val="E8A33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58952" y="4617720"/>
            <a:ext cx="106436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KURAL: Sandbox'ın yaşam süresi, ürettiğinin yaşam süresini belirlememeli.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9436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B7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sık yapılan hata bu üçünü aynı kutuya koymak. Artifact'i kalıcı yapıp state'i unutursan, artifact depoda sağ kalır ama ona nasıl ulaşacağını kaybedersin.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SAYFA 2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94360" y="64008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2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İzolasyon: kod nerede çalışıyor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11091672" y="6236208"/>
            <a:ext cx="475488" cy="329184"/>
          </a:xfrm>
          <a:prstGeom prst="roundRect">
            <a:avLst>
              <a:gd name="adj" fmla="val 22222"/>
            </a:avLst>
          </a:prstGeom>
          <a:solidFill>
            <a:srgbClr val="F4F7F9"/>
          </a:solidFill>
          <a:ln w="9525">
            <a:solidFill>
              <a:srgbClr val="D8E0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091672" y="6236208"/>
            <a:ext cx="475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81328"/>
          <a:ext cx="109728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017520"/>
                <a:gridCol w="3840480"/>
                <a:gridCol w="18288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Yöntem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 demek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Kim kullanıyor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Güç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Container (runc)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D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Kernel paylaşılır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D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BİZ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D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 zayıf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D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V8 isolate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JS motoru içinde bölge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Cloudflare Code Mode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Dar ama sıkı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gVisor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Araya sahte kernel girer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GKE Agent Sandbox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Orta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Kata / microVM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Pod başına kendi kernel'i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 Hat önerisi, E2B, Vercel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Güçlü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Hyper-V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Donanım sanallaştırma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Güçlü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94360" y="4160520"/>
            <a:ext cx="10972800" cy="685800"/>
          </a:xfrm>
          <a:prstGeom prst="roundRect">
            <a:avLst>
              <a:gd name="adj" fmla="val 13333"/>
            </a:avLst>
          </a:prstGeom>
          <a:solidFill>
            <a:srgbClr val="F4F7F9"/>
          </a:solidFill>
          <a:ln w="15875">
            <a:solidFill>
              <a:srgbClr val="C0574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58952" y="4160520"/>
            <a:ext cx="10643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listede en zayıf olan BİZ'iz. Red Hat AI-üretimi kod için açıkça Kata öneriyor — kod değişikliği gerektirmez, node seviyesinde önkoşul.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94360" y="50749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B7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"Running OpenShell inside an OpenShift sandboxed containers VM gives you both layers simultaneously."  — Red Hat Developer, 2026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SAYFA 3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94360" y="64008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2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Sandbox ömrü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11091672" y="6236208"/>
            <a:ext cx="475488" cy="329184"/>
          </a:xfrm>
          <a:prstGeom prst="roundRect">
            <a:avLst>
              <a:gd name="adj" fmla="val 22222"/>
            </a:avLst>
          </a:prstGeom>
          <a:solidFill>
            <a:srgbClr val="F4F7F9"/>
          </a:solidFill>
          <a:ln w="9525">
            <a:solidFill>
              <a:srgbClr val="D8E0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091672" y="6236208"/>
            <a:ext cx="475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81328"/>
          <a:ext cx="1097280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3108960"/>
                <a:gridCol w="365760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Süre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 çağrıda yeni, saklanmaz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D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BİZ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D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3.14 sn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D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Efemer + cooldown'da yok edilir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Havuzdan milisaniyeler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Varsayılan yeni, id ile canlanır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Anthropic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gün (5 dk'da checkpoint)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Adlandırılmış, uzun ömürlü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Agent Engine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 gün (TTL ayarlanabilir)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Süre sınırlı oturum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dk – 8 saat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Kalıcı workspace + snapshot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OpenAI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94360" y="4480560"/>
            <a:ext cx="10972800" cy="685800"/>
          </a:xfrm>
          <a:prstGeom prst="roundRect">
            <a:avLst>
              <a:gd name="adj" fmla="val 13333"/>
            </a:avLst>
          </a:prstGeom>
          <a:solidFill>
            <a:srgbClr val="F4F7F9"/>
          </a:solidFill>
          <a:ln w="15875">
            <a:solidFill>
              <a:srgbClr val="E8A33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58952" y="4480560"/>
            <a:ext cx="10643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AYRIM: Anthropic CONTAINER'ı saklıyor — değişkenler, dosyalar, hatta Python yorumlayıcı durumu. Biz ARTIFACT'i saklıyoruz. Farklı problem, farklı çözüm.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SAYFA 4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94360" y="64008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2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Depoya erişim: mount mu, API mi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11091672" y="6236208"/>
            <a:ext cx="475488" cy="329184"/>
          </a:xfrm>
          <a:prstGeom prst="roundRect">
            <a:avLst>
              <a:gd name="adj" fmla="val 22222"/>
            </a:avLst>
          </a:prstGeom>
          <a:solidFill>
            <a:srgbClr val="F4F7F9"/>
          </a:solidFill>
          <a:ln w="9525">
            <a:solidFill>
              <a:srgbClr val="D8E0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091672" y="6236208"/>
            <a:ext cx="475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81328"/>
          <a:ext cx="109728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840480"/>
                <a:gridCol w="512064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Yaklaşım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Yazınca ne olur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Mount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Yol = bucket. Yazdığın an gider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E2B, Modal, Daytona, Vercel, Cloudflare, Fly.io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 / SDK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D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Sıradan klasör; bir bileşen taşır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D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BİZ, Anthropic, OpenAI, Red Hat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DE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94360" y="28346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B7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Hat: "…you must create a local client … by using an AWS SDK such as Boto3."   FUSE mount ve CSI sürücüsü dokümanda HİÇ geçmiyor.</a:t>
            </a:r>
            <a:endParaRPr lang="en-US" sz="120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3337560"/>
          <a:ext cx="10972800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3017520"/>
                <a:gridCol w="301752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Mount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Bizimki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Çok büyük dosya (&gt;512Mi)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Kısmi / akan yazma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Kayıt defteri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İçerik doğrulaması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Kapsam granülaritesi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Bucket / prefix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Çalıştırma başına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94360" y="5577840"/>
            <a:ext cx="10972800" cy="502920"/>
          </a:xfrm>
          <a:prstGeom prst="roundRect">
            <a:avLst>
              <a:gd name="adj" fmla="val 18182"/>
            </a:avLst>
          </a:prstGeom>
          <a:solidFill>
            <a:srgbClr val="F4F7F9"/>
          </a:solidFill>
          <a:ln w="15875">
            <a:solidFill>
              <a:srgbClr val="C05746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58952" y="5577840"/>
            <a:ext cx="106436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İlk iki satır mount'un gerçek üstünlüğü — hafife alınmamalı. 5 GB'lık dosyayla çalışmak gerekiyorsa bizim yolumuz çalışmaz.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SAYFA 5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94360" y="64008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2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Anahtar kimde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11091672" y="6236208"/>
            <a:ext cx="475488" cy="329184"/>
          </a:xfrm>
          <a:prstGeom prst="roundRect">
            <a:avLst>
              <a:gd name="adj" fmla="val 22222"/>
            </a:avLst>
          </a:prstGeom>
          <a:solidFill>
            <a:srgbClr val="F4F7F9"/>
          </a:solidFill>
          <a:ln w="9525">
            <a:solidFill>
              <a:srgbClr val="D8E0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091672" y="6236208"/>
            <a:ext cx="475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81328"/>
          <a:ext cx="1097280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448056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Konum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Sandbox'ın İÇİNDE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E2B (/root/.passwd-s3fs), Vercel (düz), Daytona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Denetlenmemiş kod anahtarı görüyor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Sandbox'ta ama IAM ile dar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AWS (execution role)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 kadar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Dışarıda, aracıda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Cloudflare (binding/proxy), Vercel (proxy)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Mount var, anahtar yok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HİÇ YOK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D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BİZ, Anthropic, OpenAI, Fly.io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D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D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94360" y="3977640"/>
            <a:ext cx="10972800" cy="566928"/>
          </a:xfrm>
          <a:prstGeom prst="roundRect">
            <a:avLst>
              <a:gd name="adj" fmla="val 16129"/>
            </a:avLst>
          </a:prstGeom>
          <a:solidFill>
            <a:srgbClr val="F4F7F9"/>
          </a:solidFill>
          <a:ln w="15875">
            <a:solidFill>
              <a:srgbClr val="2A9D8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58952" y="3977640"/>
            <a:ext cx="106436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Bizde: sandbox'ta S3 anahtarı yok, MinIO'ya rota yok, DNS yok.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94360" y="4709160"/>
            <a:ext cx="10972800" cy="960120"/>
          </a:xfrm>
          <a:prstGeom prst="roundRect">
            <a:avLst>
              <a:gd name="adj" fmla="val 11429"/>
            </a:avLst>
          </a:prstGeom>
          <a:solidFill>
            <a:srgbClr val="1F2933"/>
          </a:solidFill>
          <a:ln/>
        </p:spPr>
      </p:sp>
      <p:sp>
        <p:nvSpPr>
          <p:cNvPr id="10" name="Text 7"/>
          <p:cNvSpPr/>
          <p:nvPr/>
        </p:nvSpPr>
        <p:spPr>
          <a:xfrm>
            <a:off x="850392" y="4709160"/>
            <a:ext cx="104607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CANLI DOĞRULAMA
</a:t>
            </a:r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minio_dns → gaierror        minio_ip → ConnectionRefusedError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SAYFA 6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94360" y="64008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2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Kayıt defteri var mı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11091672" y="6236208"/>
            <a:ext cx="475488" cy="329184"/>
          </a:xfrm>
          <a:prstGeom prst="roundRect">
            <a:avLst>
              <a:gd name="adj" fmla="val 22222"/>
            </a:avLst>
          </a:prstGeom>
          <a:solidFill>
            <a:srgbClr val="F4F7F9"/>
          </a:solidFill>
          <a:ln w="9525">
            <a:solidFill>
              <a:srgbClr val="D8E0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091672" y="6236208"/>
            <a:ext cx="475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81328"/>
          <a:ext cx="1097280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548640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BİZ — artifact_id, tip, soy, TTL, hash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D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E2B, Modal, Daytona, Vercel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D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Anthropic — Files API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Cloudflare, Fly.io, Microsoft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 Hat / KFP — MLMD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AWS (denetim CloudTrail'de, registry değil)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94360" y="3383280"/>
            <a:ext cx="10972800" cy="1234440"/>
          </a:xfrm>
          <a:prstGeom prst="roundRect">
            <a:avLst>
              <a:gd name="adj" fmla="val 8889"/>
            </a:avLst>
          </a:prstGeom>
          <a:solidFill>
            <a:srgbClr val="1F2933"/>
          </a:solidFill>
          <a:ln/>
        </p:spPr>
      </p:sp>
      <p:sp>
        <p:nvSpPr>
          <p:cNvPr id="8" name="Text 5"/>
          <p:cNvSpPr/>
          <p:nvPr/>
        </p:nvSpPr>
        <p:spPr>
          <a:xfrm>
            <a:off x="850392" y="3383280"/>
            <a:ext cx="104607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ARAŞTIRMANIN EN KESKİN BULGUSU
</a:t>
            </a:r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Mount eden sağlayıcıların HİÇBİRİNDE artifact registry yok. Yazılan dosyanın artifact_id'si, soyu, TTL'i yok — sadece bir S3 anahtarı var. Dokümanlar "persistent data access" diyor; hiçbiri "artifact" demiyor.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94360" y="4846320"/>
            <a:ext cx="10972800" cy="658368"/>
          </a:xfrm>
          <a:prstGeom prst="roundRect">
            <a:avLst>
              <a:gd name="adj" fmla="val 13889"/>
            </a:avLst>
          </a:prstGeom>
          <a:solidFill>
            <a:srgbClr val="F4F7F9"/>
          </a:solidFill>
          <a:ln w="15875">
            <a:solidFill>
              <a:srgbClr val="E8A33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58952" y="4846320"/>
            <a:ext cx="106436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KURAL: Kayıt defteri, yalnızca yazma yolu BİR BİLEŞENDEN GEÇTİĞİNDE ayakta kalıyor. Doğrudan mount = "sadece bucket".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SAYFA 7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94360" y="64008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2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Ağ duruşu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11091672" y="6236208"/>
            <a:ext cx="475488" cy="329184"/>
          </a:xfrm>
          <a:prstGeom prst="roundRect">
            <a:avLst>
              <a:gd name="adj" fmla="val 22222"/>
            </a:avLst>
          </a:prstGeom>
          <a:solidFill>
            <a:srgbClr val="F4F7F9"/>
          </a:solidFill>
          <a:ln w="9525">
            <a:solidFill>
              <a:srgbClr val="D8E0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091672" y="6236208"/>
            <a:ext cx="475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81328"/>
          <a:ext cx="1097280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3152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Duruş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Tamamen kapalı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Anthropic — "Internet access: Completely disabled for security"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Varsayılan reddet + allowlist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D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BİZ, Red Hat / OpenShell, Google GKE Agent Sandbox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D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Açık, yapılandırılabilir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AWS — "network modes"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Opsiyonel kontroller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94360" y="3931920"/>
            <a:ext cx="10972800" cy="640080"/>
          </a:xfrm>
          <a:prstGeom prst="roundRect">
            <a:avLst>
              <a:gd name="adj" fmla="val 14286"/>
            </a:avLst>
          </a:prstGeom>
          <a:solidFill>
            <a:srgbClr val="F4F7F9"/>
          </a:solidFill>
          <a:ln w="15875">
            <a:solidFill>
              <a:srgbClr val="2A9D8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58952" y="3931920"/>
            <a:ext cx="106436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Hat: "The default posture is deny-all. In practice, you write a policy that allowlists exactly the endpoints your agent needs."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94360" y="4709160"/>
            <a:ext cx="5349240" cy="1051560"/>
          </a:xfrm>
          <a:prstGeom prst="roundRect">
            <a:avLst>
              <a:gd name="adj" fmla="val 10435"/>
            </a:avLst>
          </a:prstGeom>
          <a:solidFill>
            <a:srgbClr val="F4F7F9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50392" y="470916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Gateway
</a:t>
            </a:r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✓   depo ✗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217920" y="4709160"/>
            <a:ext cx="5349240" cy="1051560"/>
          </a:xfrm>
          <a:prstGeom prst="roundRect">
            <a:avLst>
              <a:gd name="adj" fmla="val 10435"/>
            </a:avLst>
          </a:prstGeom>
          <a:solidFill>
            <a:srgbClr val="F4F7F9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73952" y="470916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Service
</a:t>
            </a:r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✗   depo ✓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594360" y="58704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B7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 workload'ın ele geçirilmesi ikisini birden vermiyor.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SAYFA 8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94360" y="64008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2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Yazmayı kim tetikliyor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11091672" y="6236208"/>
            <a:ext cx="475488" cy="329184"/>
          </a:xfrm>
          <a:prstGeom prst="roundRect">
            <a:avLst>
              <a:gd name="adj" fmla="val 22222"/>
            </a:avLst>
          </a:prstGeom>
          <a:solidFill>
            <a:srgbClr val="F4F7F9"/>
          </a:solidFill>
          <a:ln w="9525">
            <a:solidFill>
              <a:srgbClr val="D8E0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091672" y="6236208"/>
            <a:ext cx="475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81328"/>
          <a:ext cx="1097280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4572000"/>
                <a:gridCol w="274320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Mekanizma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 bilmek zorunda mı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$OUTPUT_DIR süpürme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Anthropic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Hayır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/mnt/data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OpenAI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Hayır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Workspace dizini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OpenHands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Hayır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/output süpürme + açık API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D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BİZ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D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Hayır — ikisi de var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D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Açık RPC zorunlu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Cloudflare Code Mode (dosya sistemi yok)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94360" y="3977640"/>
            <a:ext cx="10972800" cy="566928"/>
          </a:xfrm>
          <a:prstGeom prst="roundRect">
            <a:avLst>
              <a:gd name="adj" fmla="val 16129"/>
            </a:avLst>
          </a:prstGeom>
          <a:solidFill>
            <a:srgbClr val="F4F7F9"/>
          </a:solidFill>
          <a:ln w="15875">
            <a:solidFill>
              <a:srgbClr val="E8A33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58952" y="3977640"/>
            <a:ext cx="106436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Hiçbir SOTA sistem bu riski açık bir tool'a bağlı bırakmıyor.</a:t>
            </a:r>
            <a:endParaRPr lang="en-US" sz="125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4709160"/>
          <a:ext cx="109728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14800"/>
                <a:gridCol w="41148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Bizde iki tetikleyici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Açık çağrı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Süpürme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Nasıl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put_artifact(df, name=…)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df.to_csv("/output/x.csv")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 zaman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İstediği 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Çalışma sonunda — hata olsa BİLE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 korunumu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Evet (Parquet)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Uzantıdan tahmin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SAYFA 9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94360" y="64008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2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KEŞİF: ajan çekeceğini nasıl anlıyor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11091672" y="6236208"/>
            <a:ext cx="475488" cy="329184"/>
          </a:xfrm>
          <a:prstGeom prst="roundRect">
            <a:avLst>
              <a:gd name="adj" fmla="val 22222"/>
            </a:avLst>
          </a:prstGeom>
          <a:solidFill>
            <a:srgbClr val="F4F7F9"/>
          </a:solidFill>
          <a:ln w="9525">
            <a:solidFill>
              <a:srgbClr val="D8E0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091672" y="6236208"/>
            <a:ext cx="475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81328"/>
          <a:ext cx="1097280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2880360"/>
                <a:gridCol w="4114800"/>
                <a:gridCol w="34747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Nasıl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Sadece tool tarifi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çağırmayı seçmek zorunda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(eskiden biz)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Referans otomatik context'te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file_id tool sonucunda döner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Anthropic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Dosya sistemi + ls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Sandbox yaşıyorsa model bakar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Anthropic, Google, OpenHands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D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İsimler prompt'a enjekte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D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İsimler talimatlarda, içerik talep üzerine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D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ADK, BİZ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D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Semantik arama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Vektör deposunda file_search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Llama Stack (RAG)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KEŞİF YOK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DAG statik, girdi bağlanmış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KFP, Argo, Airflow, Tekton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94360" y="4343400"/>
            <a:ext cx="10972800" cy="1234440"/>
          </a:xfrm>
          <a:prstGeom prst="roundRect">
            <a:avLst>
              <a:gd name="adj" fmla="val 8889"/>
            </a:avLst>
          </a:prstGeom>
          <a:solidFill>
            <a:srgbClr val="1F2933"/>
          </a:solidFill>
          <a:ln/>
        </p:spPr>
      </p:sp>
      <p:sp>
        <p:nvSpPr>
          <p:cNvPr id="8" name="Text 5"/>
          <p:cNvSpPr/>
          <p:nvPr/>
        </p:nvSpPr>
        <p:spPr>
          <a:xfrm>
            <a:off x="850392" y="4343400"/>
            <a:ext cx="104607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 4'ÜN ÜÇ KURALI  (Google ADK LoadArtifactsTool — bugün bize eklendi)
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İsimler her zaman context'te — ucuz, model unutamaz</a:t>
            </a:r>
            <a:endParaRPr lang="en-US" sz="11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İçerik talep üzerine — pahalı olan sadece istendiğinde</a:t>
            </a:r>
            <a:endParaRPr lang="en-US" sz="11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İçerik geçmişe kalıcı yazılmaz — context şişmez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94360" y="5742432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B7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Bizde 3. kural yapısal olarak bedava: artifact baytları hiçbir zaman LLM context'ine girmiyor, sandbox'ta kalıyor.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SAYFA 10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94360" y="64008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2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Klasik pipeline vs ajan: neden farklı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11091672" y="6236208"/>
            <a:ext cx="475488" cy="329184"/>
          </a:xfrm>
          <a:prstGeom prst="roundRect">
            <a:avLst>
              <a:gd name="adj" fmla="val 22222"/>
            </a:avLst>
          </a:prstGeom>
          <a:solidFill>
            <a:srgbClr val="F4F7F9"/>
          </a:solidFill>
          <a:ln w="9525">
            <a:solidFill>
              <a:srgbClr val="D8E0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091672" y="6236208"/>
            <a:ext cx="475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81328"/>
          <a:ext cx="109728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14800"/>
                <a:gridCol w="411480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Klasik pipeline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Ajan dünyası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İnsan önceden yazar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 o an icat eder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 adımın girdisi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BAĞLANMIŞ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KEŞFEDİLMELİ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Kim çözer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Driver, adım başlamadan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Modelin kendisi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Örnek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adim5(girdi=adim1.ciktilar[…])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list_artifacts()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D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Airflow, Argo, KFP, Tekton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D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Anthropic, Google ADK, BİZ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D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94360" y="4279392"/>
            <a:ext cx="10972800" cy="1143000"/>
          </a:xfrm>
          <a:prstGeom prst="roundRect">
            <a:avLst>
              <a:gd name="adj" fmla="val 9600"/>
            </a:avLst>
          </a:prstGeom>
          <a:solidFill>
            <a:srgbClr val="1F2933"/>
          </a:solidFill>
          <a:ln/>
        </p:spPr>
      </p:sp>
      <p:sp>
        <p:nvSpPr>
          <p:cNvPr id="8" name="Text 5"/>
          <p:cNvSpPr/>
          <p:nvPr/>
        </p:nvSpPr>
        <p:spPr>
          <a:xfrm>
            <a:off x="850392" y="4279392"/>
            <a:ext cx="104607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Klasik pipeline'da 5. adım bir şey ANLAMAZ — kendisine söylenir.
</a:t>
            </a:r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Ajan dünyasında SORMAK ZORUNDADIR, çünkü kendisi de o an icat edilmiştir.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SAYFA 11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94360" y="64008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2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OpenShift ne öneriyor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11091672" y="6236208"/>
            <a:ext cx="475488" cy="329184"/>
          </a:xfrm>
          <a:prstGeom prst="roundRect">
            <a:avLst>
              <a:gd name="adj" fmla="val 22222"/>
            </a:avLst>
          </a:prstGeom>
          <a:solidFill>
            <a:srgbClr val="F4F7F9"/>
          </a:solidFill>
          <a:ln w="9525">
            <a:solidFill>
              <a:srgbClr val="D8E0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091672" y="6236208"/>
            <a:ext cx="475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81328"/>
          <a:ext cx="109728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2296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Konu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OpenShift'in cevabı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Nesne deposu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Çekirdekte YOK — depolama dokümanı baştan sona PV/PVC/CSI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 AI ürünü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S3 ZORUNLU — "You have an existing S3-compatible object storage bucket"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Erişim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SDK (boto3) — mount değil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Kimlik bilgisi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Secret → pod ortamı (AWS_S3_ENDPOINT, AWS_S3_BUCKET…)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Artifact taşıma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Launcher .path ↔ .uri kopyalıyor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Depo kökü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pipeline_root — 3 düzeyde yapılandırılabilir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Artifact tipleri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MLMD şema başlıkları (system.Dataset…)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Kapsam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Namespace düzeyinde (kfp-launcher ConfigMap)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Tekton farklı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Workspace → PVC, nesne deposu değil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Güvenilmeyen kod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Kata öneriliyor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KEŞİF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YERLEŞİK CEVABI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94360" y="5193792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1F2933"/>
          </a:solidFill>
          <a:ln/>
        </p:spPr>
      </p:sp>
      <p:sp>
        <p:nvSpPr>
          <p:cNvPr id="8" name="Text 5"/>
          <p:cNvSpPr/>
          <p:nvPr/>
        </p:nvSpPr>
        <p:spPr>
          <a:xfrm>
            <a:off x="850392" y="5193792"/>
            <a:ext cx="104607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NEDEN KEŞİF CEVABI YOK 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KFP/DSP: artifact ✓  ajan ✗      ·      Llama Stack: artifact ✗ (RAG belgeleri)  ajan ✓
</a:t>
            </a:r>
            <a:pPr indent="0" marL="0">
              <a:buNone/>
            </a:pPr>
            <a:r>
              <a:rPr lang="en-US" sz="1250" dirty="0">
                <a:solidFill>
                  <a:srgbClr val="AEBE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Bizim durumumuz tam bu boşlukta. Depolama için OpenShift'i kopyaladık, keşif için Google ADK'yı.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SAYFA 12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94360" y="64008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2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Hız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11091672" y="6236208"/>
            <a:ext cx="475488" cy="329184"/>
          </a:xfrm>
          <a:prstGeom prst="roundRect">
            <a:avLst>
              <a:gd name="adj" fmla="val 22222"/>
            </a:avLst>
          </a:prstGeom>
          <a:solidFill>
            <a:srgbClr val="F4F7F9"/>
          </a:solidFill>
          <a:ln w="9525">
            <a:solidFill>
              <a:srgbClr val="D8E0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091672" y="6236208"/>
            <a:ext cx="475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81328"/>
          <a:ext cx="109728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54864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Sistem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Açılış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Nasıl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Cloudflare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milisaniyeler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Isolate hafif — havuza gerek yok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milisaniyeler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Warm pool (ön ısıtılmış havuz)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GKE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1 saniye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Warm pool + snapshot = "instant-on"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BİZ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D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3.14 saniye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D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Havuz yok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D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94360" y="3950208"/>
            <a:ext cx="3520440" cy="1051560"/>
          </a:xfrm>
          <a:prstGeom prst="roundRect">
            <a:avLst>
              <a:gd name="adj" fmla="val 10435"/>
            </a:avLst>
          </a:prstGeom>
          <a:solidFill>
            <a:srgbClr val="1F293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" y="3611880"/>
            <a:ext cx="3520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1.62 sn
</a:t>
            </a:r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pod başlatma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4343400" y="3950208"/>
            <a:ext cx="3520440" cy="1051560"/>
          </a:xfrm>
          <a:prstGeom prst="roundRect">
            <a:avLst>
              <a:gd name="adj" fmla="val 10435"/>
            </a:avLst>
          </a:prstGeom>
          <a:solidFill>
            <a:srgbClr val="F4F7F9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343400" y="3611880"/>
            <a:ext cx="3520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2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1.49 sn
</a:t>
            </a:r>
            <a:pPr algn="ctr" indent="0" marL="0">
              <a:buNone/>
            </a:pPr>
            <a:r>
              <a:rPr lang="en-US" sz="1300" dirty="0">
                <a:solidFill>
                  <a:srgbClr val="6B7A8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süreç açılışı</a:t>
            </a:r>
            <a:endParaRPr lang="en-US" sz="2800" dirty="0"/>
          </a:p>
        </p:txBody>
      </p:sp>
      <p:sp>
        <p:nvSpPr>
          <p:cNvPr id="11" name="Shape 8"/>
          <p:cNvSpPr/>
          <p:nvPr/>
        </p:nvSpPr>
        <p:spPr>
          <a:xfrm>
            <a:off x="8092440" y="3950208"/>
            <a:ext cx="3474720" cy="1051560"/>
          </a:xfrm>
          <a:prstGeom prst="roundRect">
            <a:avLst>
              <a:gd name="adj" fmla="val 10435"/>
            </a:avLst>
          </a:prstGeom>
          <a:solidFill>
            <a:srgbClr val="F4F7F9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092440" y="3611880"/>
            <a:ext cx="3474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22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≤ 1.6 sn
</a:t>
            </a:r>
            <a:pPr algn="ctr" indent="0" marL="0">
              <a:buNone/>
            </a:pPr>
            <a:r>
              <a:rPr lang="en-US" sz="1200" dirty="0">
                <a:solidFill>
                  <a:srgbClr val="6B7A8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warm pool'un TAVANI</a:t>
            </a:r>
            <a:endParaRPr lang="en-US" sz="2700" dirty="0"/>
          </a:p>
        </p:txBody>
      </p:sp>
      <p:sp>
        <p:nvSpPr>
          <p:cNvPr id="13" name="Shape 10"/>
          <p:cNvSpPr/>
          <p:nvPr/>
        </p:nvSpPr>
        <p:spPr>
          <a:xfrm>
            <a:off x="594360" y="5257800"/>
            <a:ext cx="10972800" cy="566928"/>
          </a:xfrm>
          <a:prstGeom prst="roundRect">
            <a:avLst>
              <a:gd name="adj" fmla="val 16129"/>
            </a:avLst>
          </a:prstGeom>
          <a:solidFill>
            <a:srgbClr val="F4F7F9"/>
          </a:solidFill>
          <a:ln w="15875">
            <a:solidFill>
              <a:srgbClr val="E8A33D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58952" y="5257800"/>
            <a:ext cx="106436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Ölçtük — kazanç en fazla 1.6 saniye. Karmaşıklığa değmedi. Cloudflare de farklı gerekçeyle aynı sonuca varıyor.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SAYFA 13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94360" y="64008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2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Biz neredeyiz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11091672" y="6236208"/>
            <a:ext cx="475488" cy="329184"/>
          </a:xfrm>
          <a:prstGeom prst="roundRect">
            <a:avLst>
              <a:gd name="adj" fmla="val 22222"/>
            </a:avLst>
          </a:prstGeom>
          <a:solidFill>
            <a:srgbClr val="F4F7F9"/>
          </a:solidFill>
          <a:ln w="9525">
            <a:solidFill>
              <a:srgbClr val="D8E0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091672" y="6236208"/>
            <a:ext cx="475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81328"/>
          <a:ext cx="10972800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603504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Boyut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Kimle aynı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PTC tezi — kod yaz, tool çağırma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Cloudflare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Ağ — kapalı + allowlist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Anthropic, Red Hat, Google GKE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Depoya erişim — SDK, mount yok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 Hat, Anthropic, OpenAI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Çıktı yakalama — /output süpürme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Anthropic, OpenAI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Launcher deseni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 Hat / KFP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Kayıt defteri + tipler + kök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 Hat / KFP (MLMD)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Keşif — isimler prompt'ta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ADK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Sandbox ömrü — efemer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Kapsam granülaritesi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KİMSE — bizimki daha DAR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İzolasyon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KİMSE — bizimki daha ZAYIF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Şeffaf okuma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KİMSE — emsalsiz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94360" y="5193792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1F2933"/>
          </a:solidFill>
          <a:ln/>
        </p:spPr>
      </p:sp>
      <p:sp>
        <p:nvSpPr>
          <p:cNvPr id="8" name="Text 5"/>
          <p:cNvSpPr/>
          <p:nvPr/>
        </p:nvSpPr>
        <p:spPr>
          <a:xfrm>
            <a:off x="850392" y="5193792"/>
            <a:ext cx="104607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Tezi Cloudflare'den, veri modelini Anthropic'ten, platform desenini Red Hat'ten aldık. İzolasyonda herkesin gerisindeyiz; kapsam granülaritesinde herkesin ilerisinde.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SAYFA 14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94360" y="64008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2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Bugün ne değişti (2026-09-04)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11091672" y="6236208"/>
            <a:ext cx="475488" cy="329184"/>
          </a:xfrm>
          <a:prstGeom prst="roundRect">
            <a:avLst>
              <a:gd name="adj" fmla="val 22222"/>
            </a:avLst>
          </a:prstGeom>
          <a:solidFill>
            <a:srgbClr val="F4F7F9"/>
          </a:solidFill>
          <a:ln w="9525">
            <a:solidFill>
              <a:srgbClr val="D8E0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091672" y="6236208"/>
            <a:ext cx="475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81328"/>
          <a:ext cx="109728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931920"/>
                <a:gridCol w="393192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Değişiklik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Öncesi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Sonrası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Artifact servisi ayrıldı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Gateway'de, base64 + MCP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Kendi pod'unda, akışlı HTTP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Prefetch kaldırıldı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 artifact iniyordu — O(hepsi)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Manifest + tembel — O(kullanılan)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TTL reaper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Şema vardı, çalıştıran yoktu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Saat başı CronJob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Oturum kimliği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 bağlantıda yeni → erişilemez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localStorage / --session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Workflow state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InMemorySaver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SQLite (Postgres'e hazır)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Depo sözleşmesi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Yalnızca OBC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OBC + OpenShift AI connection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Artifact tipleri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MLMD şema başlıkları + .metadata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Depo kökü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Sabit kod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PTC_ARTIFACT_ROOT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KEŞİF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Yumuşak garanti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İsimler prompt'ta (ADK deseni)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94360" y="5138928"/>
            <a:ext cx="10972800" cy="566928"/>
          </a:xfrm>
          <a:prstGeom prst="roundRect">
            <a:avLst>
              <a:gd name="adj" fmla="val 16129"/>
            </a:avLst>
          </a:prstGeom>
          <a:solidFill>
            <a:srgbClr val="F4F7F9"/>
          </a:solidFill>
          <a:ln w="15875">
            <a:solidFill>
              <a:srgbClr val="2A9D8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58952" y="5138928"/>
            <a:ext cx="106436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108 test geçiyor · hepsi canlı cluster'da doğrulandı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SAYFA 15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94360" y="64008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2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Açıklar — saklamıyoruz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11091672" y="6236208"/>
            <a:ext cx="475488" cy="329184"/>
          </a:xfrm>
          <a:prstGeom prst="roundRect">
            <a:avLst>
              <a:gd name="adj" fmla="val 22222"/>
            </a:avLst>
          </a:prstGeom>
          <a:solidFill>
            <a:srgbClr val="F4F7F9"/>
          </a:solidFill>
          <a:ln w="9525">
            <a:solidFill>
              <a:srgbClr val="D8E0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091672" y="6236208"/>
            <a:ext cx="475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81328"/>
          <a:ext cx="1097280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206240"/>
                <a:gridCol w="420624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Konu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Etki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İzolasyon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Düz container, Kata yok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 Hat'in önerisine uymuyoruz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Metadata DB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SQLite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Tek replika sınırı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Workflow state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 yolu TEST EDİLMEDİ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Cluster'da Postgres yok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Uuid'yi bilen okur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Büyük dosya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MiB / 512Mi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GB çalışmaz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Soy ağacı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Kaydediliyor, keşifte kullanılmıyor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Eksik yetenek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İsim çakışması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"En yeni" kazanır, sessiz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kaybı riski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Şeffaf okuma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pandas okuyucusu + open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pyarrow, csv, PIL yakalanmıyor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Gerçek OBC / ODF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edilmedi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7A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ODF kapsam dışı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94360" y="5138928"/>
            <a:ext cx="10972800" cy="566928"/>
          </a:xfrm>
          <a:prstGeom prst="roundRect">
            <a:avLst>
              <a:gd name="adj" fmla="val 16129"/>
            </a:avLst>
          </a:prstGeom>
          <a:solidFill>
            <a:srgbClr val="F4F7F9"/>
          </a:solidFill>
          <a:ln w="15875">
            <a:solidFill>
              <a:srgbClr val="C0574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58952" y="5138928"/>
            <a:ext cx="106436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Bunlar PoC olmanın bedeli. Ekibe "her şey hazır" demek yanlış olur — bu tablo aynen gösterilmeli.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F29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SAYFA 16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94360" y="64008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Ekibe dört soru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94360" y="1481328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E8A33D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4813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399032" y="1463040"/>
            <a:ext cx="10168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Kurumda S3-uyumlu bir depo var mı?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99032" y="1828800"/>
            <a:ext cx="101681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EBE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ODF yok → S3'ü biz getireceğiz. Red Hat'in kendi ürünü de zorunlu tutuyor.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94360" y="2596896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E8A33D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25968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399032" y="2578608"/>
            <a:ext cx="10168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Hangi StorageClass'lar var, RWX destekleyen var mı?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99032" y="2944368"/>
            <a:ext cx="101681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EBE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Tekton'un PVC deseninin mümkün olup olmadığını belirler.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94360" y="3712464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594360" y="37124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399032" y="3694176"/>
            <a:ext cx="10168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OpenShift Sandboxed Containers (Kata) kurulu mu?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99032" y="4059936"/>
            <a:ext cx="101681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EBE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büyük açığımız. Kod değişikliği gerektirmez.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94360" y="482803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E8A33D"/>
          </a:solidFill>
          <a:ln/>
        </p:spPr>
      </p:sp>
      <p:sp>
        <p:nvSpPr>
          <p:cNvPr id="17" name="Text 15"/>
          <p:cNvSpPr/>
          <p:nvPr/>
        </p:nvSpPr>
        <p:spPr>
          <a:xfrm>
            <a:off x="594360" y="48280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399032" y="4809744"/>
            <a:ext cx="10168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sağlanabilir mi?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399032" y="5175504"/>
            <a:ext cx="101681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EBE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 artifact metadata hem workflow state için.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94360" y="605332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soru en kritik — ODF kapsam dışına çıkınca "S3 nereden gelecek" cevapsız kaldı. Varsa endpoint + bucket + anahtar yeter: KOD HAZIR.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11091672" y="6236208"/>
            <a:ext cx="475488" cy="329184"/>
          </a:xfrm>
          <a:prstGeom prst="roundRect">
            <a:avLst>
              <a:gd name="adj" fmla="val 22222"/>
            </a:avLst>
          </a:prstGeom>
          <a:solidFill>
            <a:srgbClr val="F4F7F9"/>
          </a:solidFill>
          <a:ln w="9525">
            <a:solidFill>
              <a:srgbClr val="D8E0E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091672" y="6236208"/>
            <a:ext cx="475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PTC Artifact Persistence — Karsilastirmali Sunum</dc:title>
  <dc:subject>PptxGenJS Presentation</dc:subject>
  <dc:creator>PTC</dc:creator>
  <cp:lastModifiedBy>PTC</cp:lastModifiedBy>
  <cp:revision>1</cp:revision>
  <dcterms:created xsi:type="dcterms:W3CDTF">2026-09-04T13:29:44Z</dcterms:created>
  <dcterms:modified xsi:type="dcterms:W3CDTF">2026-09-04T13:29:44Z</dcterms:modified>
</cp:coreProperties>
</file>