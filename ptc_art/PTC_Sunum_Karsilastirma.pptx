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1560" cy="274320"/>
          </a:xfrm>
          <a:prstGeom prst="roundRect">
            <a:avLst>
              <a:gd name="adj" fmla="val 16667"/>
            </a:avLst>
          </a:prstGeom>
          <a:solidFill>
            <a:srgbClr val="C87F26"/>
          </a:solidFill>
          <a:ln w="12700">
            <a:solidFill>
              <a:srgbClr val="C87F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PTC · PoC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Persistence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ile artifact deposu arasındaki ilişki — piyasa karşılaştırması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42900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27384F"/>
          </a:solidFill>
          <a:ln w="9525">
            <a:solidFill>
              <a:srgbClr val="3A4C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4290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sayfa bir özellik. </a:t>
            </a:r>
            <a:pPr indent="0" marL="0">
              <a:buNone/>
            </a:pPr>
            <a:r>
              <a:rPr lang="en-US" sz="125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sayfada bir karşılaştırma tablosu. </a:t>
            </a:r>
            <a:pPr indent="0" marL="0">
              <a:buNone/>
            </a:pPr>
            <a:r>
              <a:rPr lang="en-US" sz="1250" b="1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sayfa.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8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2026-09-06  ·  172 test  ·  hepsi canlı doğrulandı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1115568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34440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Sandbox'ın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ÖLMESİ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güvenlik için gerekli.   Ürettiğinin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KALMASI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iş için gerekli.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92224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17296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olur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Sonuç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 yaşarsa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 çalıştırma diğerine bulaşır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İzolasyon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ölürse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sn'lik iş her turda tekrarlanır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Kullanılamaz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2905252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024124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Kural: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Sandbox'ın yaşam süresi, ürettiğinin yaşam süresini belirlememeli.</a:t>
            </a:r>
            <a:endParaRPr lang="en-US" sz="11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81908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6168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Nerede durmalı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Geçici dosya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 hesap, cache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 diski — ölmesi istenir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sn'de üretilen tablo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Kalıcı depo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"Konuşmada nerede kaldım"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Ayrı, ama o da kalıcı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İzolasyon: kod nerede çalışıyor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749040"/>
                <a:gridCol w="198424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demek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 kullanıyor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(runc)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paylaşılır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zayıf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isolate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motoru içinde bölge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Code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ama sıkı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gVisor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Araya sahte kernel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GKE Agent Sandbox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Kata / microVM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başına kendi kernel'i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önerisi, E2B, Vercel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Güçlü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Hyper-V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Donanım sanallaştırma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Güçlü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157474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276346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listede en zayıf olan biziz.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Red Hat AI-üretimi kod için açıkça Kata öneriyor — kod değişikliği gerektirmez, node seviyesinde önkoşul.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4053586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6F7F9"/>
          </a:solidFill>
          <a:ln w="9525">
            <a:solidFill>
              <a:srgbClr val="DCDC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172458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"Running OpenShift inside an OpenShift sandboxed containers VM gives you both layers simultaneously."  — Red Hat Developer, 2026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Sandbox ömrü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200400"/>
                <a:gridCol w="390448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çağrıda yeni, saklanmaz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Efemer + cooldown'da yok edilir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Havuzdan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Varsayılan yeni, id ile canlanır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gün (5 dk'da checkpoint)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Adlandırılmış, uzun ömürlü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Agent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gün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 sınırlı oturum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dk – 8 saat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Kalıcı workspace + snapshot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67100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585972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Ayrım: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Anthropic *container'ı* saklıyor (değişkenler, dosyalar, hatta yorumlayıcı durumu). Biz *artifact'i* saklıyoruz. Farklı problem, farklı çözüm.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Depoya erişim: mount mu, API mi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18464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Yaklaşım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Yazınca ne olur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 = bucket. Yazdığın an gider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E2B, Modal, Daytona, Vercel, Cloudflare, Fly.io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/ SDK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Sıradan klasör; bir bileşen taşır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BİZ, Anthropic, OpenAI, Red 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228596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6F7F9"/>
          </a:solidFill>
          <a:ln w="9525">
            <a:solidFill>
              <a:srgbClr val="DCDC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347468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"…you must create a local client … by using an AWS SDK such as Boto3."  — Red Hat. FUSE mount ve CSI sürücüsü dokümanda hiç geçmiyor.</a:t>
            </a:r>
            <a:endParaRPr lang="en-US" sz="11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2470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926080"/>
                <a:gridCol w="299008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Mount'un bedeli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Bizimki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büyük dosya (&gt;512 Mi)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Kısmi / akan yazma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Kayıt defteri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İçerik doğrulaması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 granülaritesi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Bucket / prefix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 (KFP gibi)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Anahtar kimde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937760"/>
                <a:gridCol w="32644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912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Sandbox'ın içinde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E2B (/root/.passwd-s3fs), Vercel (düz), Daytona (external)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Denetlenmemiş kod anahtarı görüyor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Sandbox'ta ama IAM ile 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(execution role)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 kadar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Dışarıda, aracıda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(binding/proxy), Vercel (proxy)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var, anahtar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HİÇ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BİZ, Anthropic, OpenAI, Fly.io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29458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148330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Bizde dört katman birden: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ortamda S3 kimlik bilgisi yok · boto3/minio kurulu değil · MinIO'ya DNS yok · ClusterIP'ye rota da yok.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3925570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F6F7F9"/>
          </a:solidFill>
          <a:ln w="9525">
            <a:solidFill>
              <a:srgbClr val="DCDC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044442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Pod'un içinden ölçüldü (2026-09-06):  DNS → gaierror  ·  doğrudan IP → TimeoutError  ·  izinli hedef → ulaşıldı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Kayıt defteri var mı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0468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 — artifact_id, tip, soy, TTL, hash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E2B, Modal, Daytona, Vercel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— Files 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Cloudflare, Fly.io, Microsoft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 — MLMD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(denetim CloudTrail'de, registry değil)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538222"/>
            <a:ext cx="11055096" cy="932688"/>
          </a:xfrm>
          <a:prstGeom prst="roundRect">
            <a:avLst>
              <a:gd name="adj" fmla="val 588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657094"/>
            <a:ext cx="10725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Araştırmanın en keskin bulgusu: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Mount eden sağlayıcıların hiçbirinde artifact registry yok. Yazılan dosyanın artifact_id'si, soyu, TTL'i yok — sadece bir S3 anahtarı var. Dokümanlar "persistent data access" diyor; hiçbiri "artifact" demiyor.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3653790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772662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Kural: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Kayıt defteri, yalnızca yazma yolu </a:t>
            </a:r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bileşenden geçtiğinde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ayakta kalıyor. Doğrudan mount = "sadece bucket".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Ağ duruşu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1344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Tamamen kapalı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— "Completely disabled for security"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Varsayılan reddet + allowlist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BİZ, Red Hat / OpenShell, Google GKE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Açık, yapılandırılabilir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("network modes")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Opsiyonel kontroller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847848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6F7F9"/>
          </a:solidFill>
          <a:ln w="9525">
            <a:solidFill>
              <a:srgbClr val="DCDC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966720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default posture is deny-all. In practice, you write a policy that allowlists exactly the endpoints your agent needs."  — Red Hat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3743960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862832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servis bilerek ayrı: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 Gateway internete çıkar, depoya çıkamaz. Artifact Service depoya çıkar, internete çıkamaz. Tek workload'ın ele geçirilmesi ikisini birden vermiyor.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Yazmayı kim tetikliyor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572000"/>
                <a:gridCol w="317296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Mekanizma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bilmek zorunda mı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$OUTPUT_DIR süpürme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/mnt/data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OpenAI, Microsoft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.path → launcher kopyalar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KFP / OpenShift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/output süpürme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 RPC zorunlu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 Code Mode (dosya sistemi yok)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79623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198495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Dokuz sistemin dokuzu da bir DOSYA YOLU.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Hiçbiri sandbox'taki koda artifact fonksiyonu sunmuyor.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56279"/>
          <a:ext cx="1105509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72744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2026-09-06: bizdeki açık API kaldırıldı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Şimdi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Yazma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put_artifact(df, name=…)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df.to_parquet("/output/x.parquet")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Okuma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get_artifact("x")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pd.read_parquet("/output/x.parquet")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list_artifacts()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os.listdir("/output")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atlama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cached(…)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os.path.exists(…)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455539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574411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Süpürme = bucket'a kopyalama: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/output/x.parquet → HTTP akış → Artifact Service → S3 PUT → bucket   ·   </a:t>
            </a:r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kök: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/output = bu çalıştırma, /artifacts/&lt;wf&gt;/ = adı verilen çalıştırma (KFP'nin pipeline_root düzeni)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KEŞİF: ajan çekeceğini nasıl anlıyor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5096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108960"/>
                <a:gridCol w="4206240"/>
                <a:gridCol w="308152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Nasıl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Sadece tool tarifi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çağırmayı seçmek zorunda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(eskiden biz)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Referans otomatik context'te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file_id tool sonucunda döner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Dosya sistemi + 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 yaşıyorsa model bakar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Google, OpenHands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İsimler prompt'a enjekte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İsimler talimatlarda, içerik talep üzerine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İkisi birden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Manifest promptta VE os.listdir("/output") çalışıyor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 (2026-09-06)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Semantik arama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Vektör deposunda file_search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 Stack (RAG)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Keşif YOK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 statik, girdi bağlanmış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KFP, Argo, Airflow, Tekton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855720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974592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 4'ün üç kuralı: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1) İsimler her zaman context'te — ucuz, model unutamaz.  2) İçerik talep üzerine.  3) İçerik geçmişe kalıcı yazılmaz — context şişmez.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Klasik pipeline vs ajan: neden farklı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08736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Klasik pipeline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Ajan dünyası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İnsan önceden yazar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o an icat eder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adımın girdisi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Bağlanmış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Keşfedilmeli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 çözer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Driver, adım başlamadan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Modelin kendisi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adim5(girdi=adim1.ciktilar[…])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os.listdir("/output")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Airflow, Argo, KFP, Tekton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Google ADK, BİZ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157474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276346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Klasik pipeline'da 5. adım bir şey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anlamaz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kendisine söylenir. Ajan dünyasında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sormak zorundadır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çünkü kendisi de o an icat edilmiştir.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6928" y="4053586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172458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Bizim durumumuz tam bu boşlukta: </a:t>
            </a:r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depolama için OpenShift'i kopyaladık, keşif için Google ADK'yı.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OpenShift ne öneriyor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936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OpenShift'in cevabı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Nesne deposu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Çekirdekte YOK — depolama dokümanı baştan sona PV/PVC/CSI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 AI ürünü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zorunlu — "You have an existing S3-compatible object storage bucket"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Erişim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 (boto3), mount değil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Kimlik bilgisi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 → pod ortamı (AWS_S3_ENDPOINT, AWS_S3_BUCKET…)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taşıma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Launcher .path ile .uri arasında kopyalıyor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 kökü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pipeline_root — 3 düzeyde yapılandırılabilir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tipleri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MLMD şema başlıkları (system.Dataset…)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Namespace düzeyinde (kfp-launcher ConfigMap)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Tekton farklı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 → PVC; artifact'i uri+digest, bayt değil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Güvenilmeyen kod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Kata + Agent Sandbox (Tech Preview)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Yerleşik cevabı YOK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87849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006721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keşif cevabı yok: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KFP/DSP'de artifact kavramı var, ajan kavramı yok. Llama Stack'te ajan kavramı var, artifact kavramı yok.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Hız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536752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Açılış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Nasıl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milisaniyeler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 hafif, havuza gerek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milisaniyeler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pool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pool + snapshot = "instant-on"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BİZ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Havuz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847848"/>
            <a:ext cx="11055096" cy="493776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966720"/>
            <a:ext cx="1072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Dağılım: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1,62 sn pod başlatma + 1,49 sn süreç açılışı.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753104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87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 sn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3858768" y="3890264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pool'un TAVANI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Ölçtük, karmaşıklığa değmedi.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 neredeyiz: özet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60704"/>
          <a:ext cx="11055096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28192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Kimle aynı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PTC tezi (kod yaz, tool çağırma)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Ağ (kapalı + allowlist)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Red Hat, Google GKE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Depoya erişim (SDK, mount yok)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Hat, Anthropic, OpenAI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Çıktı yakalama (/output süpürme)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Anthropic, OpenAI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Launcher deseni (.path → .uri)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Kayıt defteri + tipler + kök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 (MLMD)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Keşif (isimler prompt'ta)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yüzeyi (dosya, API yok)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hepsi — KFP, Anthropic, OpenAI, Microsoft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 (tenant)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 / KFP — pipeline_root paylaşımlı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İzolasyon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Kimse — bizimki daha zayıf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Şeffaf okuma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Kimse — emsalsiz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69561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988433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2026-09-06'da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emsalsiz olan iki şeyi bıraktık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LLM'e artifact API'si ve çalıştırma başına kapsam. Çünkü hataların hepsi orada çıkıyordu, kopyaladığımız hiçbir parçadan çıkmadı.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değişti: 2026-09-06 sadeleşmesi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840480"/>
                <a:gridCol w="41788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Değişiklik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Öncesi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Sonrası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artifact API'si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fonksiyon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YOK — düz Python + /output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Keşif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list_artifacts()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os.listdir · os.path.exists · glob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Kapsam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Çalıştırma başına mühürlü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 (KFP gibi)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Çalıştırma izolasyonu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/output düz — başkasınınki sızıyordu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İki kök: /output + /artifacts/&lt;wf&gt;/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Dizin çıktısı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Sessizce kayboluyordu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 tekrarlanabilir tar, tembel açılıyor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Soy ağacı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Kaydediliyor, okunmuyordu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Otomatik + panelde mermaid grafiği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/ PNG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.bin olarak duruyordu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 tip + panelde önizleme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 kökü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Doğrulanmıyordu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 geçişi reddediliyor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983736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BF1E0"/>
          </a:solidFill>
          <a:ln w="9525">
            <a:solidFill>
              <a:srgbClr val="EFDC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102608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Öncesi (2026-09-04):</a:t>
            </a:r>
            <a:pPr indent="0" marL="0">
              <a:buNone/>
            </a:pPr>
            <a:r>
              <a:rPr lang="en-US" sz="11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artifact servisi ayrıldı · prefetch kalktı, manifest+tembel geldi · TTL reaper CronJob · oturum kalıcılığı · AsyncSqliteSaver · OBC + OpenShift AI sözleşmesi · MLMD tipleri · PTC_ARTIFACT_ROOT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4989576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2258568" y="50810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geçiyor · hepsi canlı cluster'da doğrulandı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Açıklar — saklamıyoruz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60704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6168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İzolasyon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Düz container, Kata yok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Hat'in önerisine uymuyoruz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Metadata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 replika sınırı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 yolu test edilmedi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Cluster'da Postgres yok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Jetonu üretebilen tenant'ın tümünü okur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Büyük dosya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MiB servis / 1 Gi pod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GB çalışmaz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İsim çakışması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 yeni" kazanır, sessiz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 genelinde daha olası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Şeffaf okuma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pandas okuyucusu + open + listdir/exists/glob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pyarrow, PIL doğrudan açarsa yakalanmıyor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user_metadata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Süpürme yolunda doldurulamıyor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put_artifact kalkınca kapandı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Yalnızca dosya uzantısından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 / Dataset ayrımı kayboldu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Soy imzasız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Kayıt defterine yazabilen değiştirebilir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Tekton Chains bunu çözüyor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2931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 OBC / ODF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edilmedi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ODF kapsam dışı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7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16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Ekibe dört soru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64824" y="63550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5096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937760"/>
                <a:gridCol w="545896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Neden önemli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912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Kurumda S3-uyumlu depo var mı?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ODF yok → S3'ü biz getireceğiz. Red Hat'in kendi ürünü de zorunlu tutuyor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Hangi StorageClass'lar var, RWX destekleyen var mı?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Tekton'un PVC deseni mümkün mü belirler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4912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Sandboxed Containers (Kata) / Agent Sandbox kurulu mu?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büyük açığımız; kod değişikliği gerektirmez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sağlanabilir mi?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 artifact metadata hem workflow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11068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329940"/>
            <a:ext cx="10725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soru en kritik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ODF kapsam dışına çıkınca "S3 nereden gelecek" cevapsız kaldı. Varsa endpoint + bucket + anahtar yeter: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hazır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iki sözleşmeyi de okuyor (ObjectBucketClaim ve OpenShift AI connection).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2026-09-06T16:49:39Z</dcterms:created>
  <dcterms:modified xsi:type="dcterms:W3CDTF">2026-09-06T16:49:39Z</dcterms:modified>
</cp:coreProperties>
</file>